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7" r:id="rId4"/>
  </p:sldMasterIdLst>
  <p:notesMasterIdLst>
    <p:notesMasterId r:id="rId14"/>
  </p:notesMasterIdLst>
  <p:sldIdLst>
    <p:sldId id="2007579352" r:id="rId5"/>
    <p:sldId id="2147478329" r:id="rId6"/>
    <p:sldId id="2147478335" r:id="rId7"/>
    <p:sldId id="2147478370" r:id="rId8"/>
    <p:sldId id="2147478381" r:id="rId9"/>
    <p:sldId id="2147478373" r:id="rId10"/>
    <p:sldId id="2147478380" r:id="rId11"/>
    <p:sldId id="2147478345" r:id="rId12"/>
    <p:sldId id="2147478352" r:id="rId13"/>
    <p:sldId id="2147478382" r:id="rId19"/>
    <p:sldId id="2147478383" r:id="rId20"/>
    <p:sldId id="2147478384" r:id="rId21"/>
    <p:sldId id="2147478385" r:id="rId22"/>
    <p:sldId id="2147478386" r:id="rId23"/>
    <p:sldId id="2147478387" r:id="rId24"/>
    <p:sldId id="2147478388" r:id="rId25"/>
    <p:sldId id="2147478389" r:id="rId26"/>
    <p:sldId id="2147478390" r:id="rId27"/>
    <p:sldId id="2147478391" r:id="rId28"/>
    <p:sldId id="2147478392" r:id="rId29"/>
    <p:sldId id="2147478393" r:id="rId3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Malgun Gothic" panose="020B0503020000020004" pitchFamily="34" charset="-127"/>
        <a:ea typeface="微軟正黑體" panose="020B0604030504040204" pitchFamily="34" charset="-120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75E"/>
    <a:srgbClr val="040B10"/>
    <a:srgbClr val="174567"/>
    <a:srgbClr val="0000FF"/>
    <a:srgbClr val="5FC4CF"/>
    <a:srgbClr val="00B050"/>
    <a:srgbClr val="5BA8BB"/>
    <a:srgbClr val="4EC9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6242" autoAdjust="0"/>
  </p:normalViewPr>
  <p:slideViewPr>
    <p:cSldViewPr snapToGrid="0">
      <p:cViewPr varScale="1">
        <p:scale>
          <a:sx n="88" d="100"/>
          <a:sy n="88" d="100"/>
        </p:scale>
        <p:origin x="-571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0A65D7B6-37FB-AE8D-6699-7112A50DC6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4B66F1F-D23F-1093-225A-E1206D3A6D9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4EE1C74-1521-40BE-BCDF-496814312028}" type="datetimeFigureOut">
              <a:rPr lang="en-US"/>
              <a:pPr>
                <a:defRPr/>
              </a:pPr>
              <a:t>8/10/2026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="" xmlns:a16="http://schemas.microsoft.com/office/drawing/2014/main" id="{569F5246-3AE9-C7DD-64C1-18CB3F70DA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="" xmlns:a16="http://schemas.microsoft.com/office/drawing/2014/main" id="{B8847124-0D1C-4F24-69A0-C2C33610B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15F0A1B-F0AF-BBC9-FAE7-F18D2ECFC1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BB55148-96E9-609C-F810-FE077B203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4A0D3CF-4E3D-42D6-9427-55FCE9C2E8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347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影像版面配置區 1">
            <a:extLst>
              <a:ext uri="{FF2B5EF4-FFF2-40B4-BE49-F238E27FC236}">
                <a16:creationId xmlns="" xmlns:a16="http://schemas.microsoft.com/office/drawing/2014/main" id="{5FD088FF-9E39-E0AB-6721-DC759AC5F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>
            <a:extLst>
              <a:ext uri="{FF2B5EF4-FFF2-40B4-BE49-F238E27FC236}">
                <a16:creationId xmlns="" xmlns:a16="http://schemas.microsoft.com/office/drawing/2014/main" id="{88CA2DBE-04A0-ED27-2C6B-785A4D541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TW" altLang="en-US"/>
              <a:t>對內版</a:t>
            </a:r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="" xmlns:a16="http://schemas.microsoft.com/office/drawing/2014/main" id="{6F42E29D-6EE7-C0B0-C35A-BB6E59F32F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CC8CA14-B277-411C-B854-EB2CA55900A3}" type="slidenum">
              <a:rPr lang="en-US" altLang="zh-TW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TW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FD0D602C-7B4E-3B2F-6F65-9BC84B6CE360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0EE0D37F-D98E-D9BD-8A45-08758BBAEAE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4" name="文字方塊 3">
              <a:extLst>
                <a:ext uri="{FF2B5EF4-FFF2-40B4-BE49-F238E27FC236}">
                  <a16:creationId xmlns="" xmlns:a16="http://schemas.microsoft.com/office/drawing/2014/main" id="{9E536451-F273-847A-12D9-EA147295A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5" name="圖片 4">
              <a:extLst>
                <a:ext uri="{FF2B5EF4-FFF2-40B4-BE49-F238E27FC236}">
                  <a16:creationId xmlns="" xmlns:a16="http://schemas.microsoft.com/office/drawing/2014/main" id="{8F2202A9-A621-D842-EA52-8E3AF6337A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0EDA2BE1-A82A-6823-4FE8-C3BF37B55AF5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2BB099B4-88B4-512C-0442-B6345EC52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2">
            <a:extLst>
              <a:ext uri="{FF2B5EF4-FFF2-40B4-BE49-F238E27FC236}">
                <a16:creationId xmlns="" xmlns:a16="http://schemas.microsoft.com/office/drawing/2014/main" id="{EB49E663-4505-9296-2FDA-0219FB406CC9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10" name="圖片 11">
            <a:extLst>
              <a:ext uri="{FF2B5EF4-FFF2-40B4-BE49-F238E27FC236}">
                <a16:creationId xmlns="" xmlns:a16="http://schemas.microsoft.com/office/drawing/2014/main" id="{3192E688-B659-5306-3FC5-416A0F57E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群組 1">
            <a:extLst>
              <a:ext uri="{FF2B5EF4-FFF2-40B4-BE49-F238E27FC236}">
                <a16:creationId xmlns="" xmlns:a16="http://schemas.microsoft.com/office/drawing/2014/main" id="{EC158F2C-F0A4-9AB2-9B62-05163D077761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13" name="文字方塊 14">
              <a:extLst>
                <a:ext uri="{FF2B5EF4-FFF2-40B4-BE49-F238E27FC236}">
                  <a16:creationId xmlns="" xmlns:a16="http://schemas.microsoft.com/office/drawing/2014/main" id="{7F9FEDE8-E0D1-F1CC-F6C5-79D33DF69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14" name="圖片 15">
              <a:extLst>
                <a:ext uri="{FF2B5EF4-FFF2-40B4-BE49-F238E27FC236}">
                  <a16:creationId xmlns="" xmlns:a16="http://schemas.microsoft.com/office/drawing/2014/main" id="{298B6D2B-55D1-DAA7-80CF-E762C3728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矩形 2">
            <a:extLst>
              <a:ext uri="{FF2B5EF4-FFF2-40B4-BE49-F238E27FC236}">
                <a16:creationId xmlns="" xmlns:a16="http://schemas.microsoft.com/office/drawing/2014/main" id="{CA2D1B93-5633-BD7F-E19C-A4B9492BAE92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6" name="矩形 12">
            <a:extLst>
              <a:ext uri="{FF2B5EF4-FFF2-40B4-BE49-F238E27FC236}">
                <a16:creationId xmlns="" xmlns:a16="http://schemas.microsoft.com/office/drawing/2014/main" id="{351913AE-D396-E4DB-BA58-835BDE91D3D4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7" name="群組 1">
            <a:extLst>
              <a:ext uri="{FF2B5EF4-FFF2-40B4-BE49-F238E27FC236}">
                <a16:creationId xmlns="" xmlns:a16="http://schemas.microsoft.com/office/drawing/2014/main" id="{04524E97-9849-BBEC-3513-8FFFC902C48D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18" name="文字方塊 14">
              <a:extLst>
                <a:ext uri="{FF2B5EF4-FFF2-40B4-BE49-F238E27FC236}">
                  <a16:creationId xmlns="" xmlns:a16="http://schemas.microsoft.com/office/drawing/2014/main" id="{440E2744-FC21-62D5-6A35-B6290E1A6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19" name="圖片 15">
              <a:extLst>
                <a:ext uri="{FF2B5EF4-FFF2-40B4-BE49-F238E27FC236}">
                  <a16:creationId xmlns="" xmlns:a16="http://schemas.microsoft.com/office/drawing/2014/main" id="{76A1370B-8441-0059-1A19-D3221FD42F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矩形 2">
            <a:extLst>
              <a:ext uri="{FF2B5EF4-FFF2-40B4-BE49-F238E27FC236}">
                <a16:creationId xmlns="" xmlns:a16="http://schemas.microsoft.com/office/drawing/2014/main" id="{E12B2E5E-3B58-6032-EE0C-E19D6360EA6A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1" name="圖片 13">
            <a:extLst>
              <a:ext uri="{FF2B5EF4-FFF2-40B4-BE49-F238E27FC236}">
                <a16:creationId xmlns="" xmlns:a16="http://schemas.microsoft.com/office/drawing/2014/main" id="{7C8A524B-B3A5-2442-1DBE-CE7E619E8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1163" y="4397375"/>
            <a:ext cx="87931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12">
            <a:extLst>
              <a:ext uri="{FF2B5EF4-FFF2-40B4-BE49-F238E27FC236}">
                <a16:creationId xmlns="" xmlns:a16="http://schemas.microsoft.com/office/drawing/2014/main" id="{B60A8362-AEE1-EAEC-AA56-CD20B004E42D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3" name="群組 1">
            <a:extLst>
              <a:ext uri="{FF2B5EF4-FFF2-40B4-BE49-F238E27FC236}">
                <a16:creationId xmlns="" xmlns:a16="http://schemas.microsoft.com/office/drawing/2014/main" id="{10C35309-CEBD-F18A-EB0C-654D0A8A9EA8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24" name="文字方塊 14">
              <a:extLst>
                <a:ext uri="{FF2B5EF4-FFF2-40B4-BE49-F238E27FC236}">
                  <a16:creationId xmlns="" xmlns:a16="http://schemas.microsoft.com/office/drawing/2014/main" id="{2BDF4762-C689-F9A1-985A-72E53DC13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25" name="圖片 15">
              <a:extLst>
                <a:ext uri="{FF2B5EF4-FFF2-40B4-BE49-F238E27FC236}">
                  <a16:creationId xmlns="" xmlns:a16="http://schemas.microsoft.com/office/drawing/2014/main" id="{31513276-6C84-6FA7-99C9-2850BCD0E4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" name="矩形 2">
            <a:extLst>
              <a:ext uri="{FF2B5EF4-FFF2-40B4-BE49-F238E27FC236}">
                <a16:creationId xmlns="" xmlns:a16="http://schemas.microsoft.com/office/drawing/2014/main" id="{D2D41B55-75D6-4F64-B4B9-1F19E1B1A004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7" name="圖片 13">
            <a:extLst>
              <a:ext uri="{FF2B5EF4-FFF2-40B4-BE49-F238E27FC236}">
                <a16:creationId xmlns="" xmlns:a16="http://schemas.microsoft.com/office/drawing/2014/main" id="{A3962CF7-62B3-AD6B-4EAC-ACAA84018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矩形 12">
            <a:extLst>
              <a:ext uri="{FF2B5EF4-FFF2-40B4-BE49-F238E27FC236}">
                <a16:creationId xmlns="" xmlns:a16="http://schemas.microsoft.com/office/drawing/2014/main" id="{E3E8FF2B-4543-9B5B-A8EB-B3138D2A6768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29" name="圖片 11">
            <a:extLst>
              <a:ext uri="{FF2B5EF4-FFF2-40B4-BE49-F238E27FC236}">
                <a16:creationId xmlns="" xmlns:a16="http://schemas.microsoft.com/office/drawing/2014/main" id="{85AB8962-570E-31BB-0A15-CAC3BA996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群組 1">
            <a:extLst>
              <a:ext uri="{FF2B5EF4-FFF2-40B4-BE49-F238E27FC236}">
                <a16:creationId xmlns="" xmlns:a16="http://schemas.microsoft.com/office/drawing/2014/main" id="{93E09FC6-E35F-5939-4E51-B67820047C1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31" name="文字方塊 14">
              <a:extLst>
                <a:ext uri="{FF2B5EF4-FFF2-40B4-BE49-F238E27FC236}">
                  <a16:creationId xmlns="" xmlns:a16="http://schemas.microsoft.com/office/drawing/2014/main" id="{BDB0DA62-A173-E042-2DD8-1B4318A93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32" name="圖片 15">
              <a:extLst>
                <a:ext uri="{FF2B5EF4-FFF2-40B4-BE49-F238E27FC236}">
                  <a16:creationId xmlns="" xmlns:a16="http://schemas.microsoft.com/office/drawing/2014/main" id="{8191006C-6689-2EED-C6D9-4F0301858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" name="矩形 2">
            <a:extLst>
              <a:ext uri="{FF2B5EF4-FFF2-40B4-BE49-F238E27FC236}">
                <a16:creationId xmlns="" xmlns:a16="http://schemas.microsoft.com/office/drawing/2014/main" id="{DD8110C8-040C-32D8-1CC9-3112503C9AD1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4" name="矩形 12">
            <a:extLst>
              <a:ext uri="{FF2B5EF4-FFF2-40B4-BE49-F238E27FC236}">
                <a16:creationId xmlns="" xmlns:a16="http://schemas.microsoft.com/office/drawing/2014/main" id="{AC2A6651-700D-D5EA-7950-67B38A5FD5BB}"/>
              </a:ext>
            </a:extLst>
          </p:cNvPr>
          <p:cNvSpPr/>
          <p:nvPr/>
        </p:nvSpPr>
        <p:spPr>
          <a:xfrm>
            <a:off x="1758950" y="2092325"/>
            <a:ext cx="8674100" cy="2673350"/>
          </a:xfrm>
          <a:prstGeom prst="rect">
            <a:avLst/>
          </a:prstGeom>
          <a:noFill/>
          <a:ln>
            <a:solidFill>
              <a:srgbClr val="5AA8B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5" name="群組 1">
            <a:extLst>
              <a:ext uri="{FF2B5EF4-FFF2-40B4-BE49-F238E27FC236}">
                <a16:creationId xmlns="" xmlns:a16="http://schemas.microsoft.com/office/drawing/2014/main" id="{4AC9F8E6-39C3-11CB-53D4-EE1AA3F18A74}"/>
              </a:ext>
            </a:extLst>
          </p:cNvPr>
          <p:cNvGrpSpPr>
            <a:grpSpLocks/>
          </p:cNvGrpSpPr>
          <p:nvPr/>
        </p:nvGrpSpPr>
        <p:grpSpPr bwMode="auto">
          <a:xfrm>
            <a:off x="3819525" y="5900738"/>
            <a:ext cx="4552950" cy="957262"/>
            <a:chOff x="3790796" y="5901065"/>
            <a:chExt cx="4551521" cy="956935"/>
          </a:xfrm>
        </p:grpSpPr>
        <p:sp>
          <p:nvSpPr>
            <p:cNvPr id="36" name="文字方塊 14">
              <a:extLst>
                <a:ext uri="{FF2B5EF4-FFF2-40B4-BE49-F238E27FC236}">
                  <a16:creationId xmlns="" xmlns:a16="http://schemas.microsoft.com/office/drawing/2014/main" id="{BEAEBE7B-B6A2-3429-7E66-44512D091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796" y="6553304"/>
              <a:ext cx="4551521" cy="30469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dist" eaLnBrk="1" hangingPunct="1">
                <a:defRPr/>
              </a:pPr>
              <a:r>
                <a:rPr lang="en-US" altLang="zh-TW" sz="1400">
                  <a:solidFill>
                    <a:srgbClr val="87C0CD"/>
                  </a:solidFill>
                </a:rPr>
                <a:t>ELAN Microelectronics Corporation</a:t>
              </a:r>
              <a:endParaRPr lang="zh-TW" altLang="en-US" sz="1400">
                <a:solidFill>
                  <a:srgbClr val="87C0CD"/>
                </a:solidFill>
              </a:endParaRPr>
            </a:p>
          </p:txBody>
        </p:sp>
        <p:pic>
          <p:nvPicPr>
            <p:cNvPr id="37" name="圖片 15">
              <a:extLst>
                <a:ext uri="{FF2B5EF4-FFF2-40B4-BE49-F238E27FC236}">
                  <a16:creationId xmlns="" xmlns:a16="http://schemas.microsoft.com/office/drawing/2014/main" id="{90A73537-8A91-D849-AE43-7D686E2E4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3479" y="5901065"/>
              <a:ext cx="866155" cy="866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8" name="矩形 2">
            <a:extLst>
              <a:ext uri="{FF2B5EF4-FFF2-40B4-BE49-F238E27FC236}">
                <a16:creationId xmlns="" xmlns:a16="http://schemas.microsoft.com/office/drawing/2014/main" id="{9D2A0171-71FD-C2F5-66F3-D775019A58A5}"/>
              </a:ext>
            </a:extLst>
          </p:cNvPr>
          <p:cNvSpPr/>
          <p:nvPr/>
        </p:nvSpPr>
        <p:spPr>
          <a:xfrm>
            <a:off x="2265363" y="1943100"/>
            <a:ext cx="1184275" cy="30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39" name="圖片 13">
            <a:extLst>
              <a:ext uri="{FF2B5EF4-FFF2-40B4-BE49-F238E27FC236}">
                <a16:creationId xmlns="" xmlns:a16="http://schemas.microsoft.com/office/drawing/2014/main" id="{55E5F79B-CFE4-ED1F-FA45-0C7D639D0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1685925" y="4397375"/>
            <a:ext cx="8794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圖片 37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B2E877BA-DE79-1218-6443-C770DAC4B3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533525"/>
            <a:ext cx="1195388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1758950" y="2755400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1758950" y="3595441"/>
            <a:ext cx="8674099" cy="590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970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B3B46846-B91E-E2BF-61AB-63DA13A72CE5}"/>
              </a:ext>
            </a:extLst>
          </p:cNvPr>
          <p:cNvCxnSpPr>
            <a:cxnSpLocks/>
          </p:cNvCxnSpPr>
          <p:nvPr/>
        </p:nvCxnSpPr>
        <p:spPr>
          <a:xfrm>
            <a:off x="3881438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C6D6DE63-BA97-1757-4867-7E707ECB5CCA}"/>
              </a:ext>
            </a:extLst>
          </p:cNvPr>
          <p:cNvGrpSpPr/>
          <p:nvPr/>
        </p:nvGrpSpPr>
        <p:grpSpPr>
          <a:xfrm>
            <a:off x="3623949" y="1341126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83614B51-0578-D8DC-0F54-13DFB200117A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7FB618CA-FF6B-6F8A-8DB4-7574CE40B905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545C06BA-5C02-FDBD-7BEA-F2E17C900280}"/>
              </a:ext>
            </a:extLst>
          </p:cNvPr>
          <p:cNvGrpSpPr/>
          <p:nvPr/>
        </p:nvGrpSpPr>
        <p:grpSpPr>
          <a:xfrm>
            <a:off x="3623949" y="2619268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D0145D2D-A4F9-82F1-0217-BF74C51D5331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214B680D-504F-1307-9DCB-EF1FDF9F5E9A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5BEA6562-4DB7-7E75-B371-53D47F4685B9}"/>
              </a:ext>
            </a:extLst>
          </p:cNvPr>
          <p:cNvGrpSpPr/>
          <p:nvPr/>
        </p:nvGrpSpPr>
        <p:grpSpPr>
          <a:xfrm>
            <a:off x="3623948" y="3965449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CF45BB2D-6BD4-4097-DBFE-D9780730BB70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BCE36CC7-EF29-F287-F88C-15EE984E9A15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941EE9F9-AE8B-EB1A-622C-20EE21A1AF90}"/>
              </a:ext>
            </a:extLst>
          </p:cNvPr>
          <p:cNvGrpSpPr/>
          <p:nvPr/>
        </p:nvGrpSpPr>
        <p:grpSpPr>
          <a:xfrm>
            <a:off x="3623948" y="5306526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2AB21365-3C3F-264D-253F-4D8597A3B7D4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5A5D38E-1673-79DF-2BF7-FEA5B39AEDF5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15" name="圖片 32">
            <a:extLst>
              <a:ext uri="{FF2B5EF4-FFF2-40B4-BE49-F238E27FC236}">
                <a16:creationId xmlns="" xmlns:a16="http://schemas.microsoft.com/office/drawing/2014/main" id="{F306F8C0-D78D-F1BD-6CFA-A9096235E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群組 65">
            <a:extLst>
              <a:ext uri="{FF2B5EF4-FFF2-40B4-BE49-F238E27FC236}">
                <a16:creationId xmlns="" xmlns:a16="http://schemas.microsoft.com/office/drawing/2014/main" id="{58034A44-C997-3F43-C276-0EF97E8EBDA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17" name="群組 66">
              <a:extLst>
                <a:ext uri="{FF2B5EF4-FFF2-40B4-BE49-F238E27FC236}">
                  <a16:creationId xmlns="" xmlns:a16="http://schemas.microsoft.com/office/drawing/2014/main" id="{B99D3718-03F9-769D-54BE-D422648EF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19" name="矩形 70">
                <a:extLst>
                  <a:ext uri="{FF2B5EF4-FFF2-40B4-BE49-F238E27FC236}">
                    <a16:creationId xmlns="" xmlns:a16="http://schemas.microsoft.com/office/drawing/2014/main" id="{A82FF2B9-1480-B809-82DF-9D9C8050706F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0" name="矩形 72">
                <a:extLst>
                  <a:ext uri="{FF2B5EF4-FFF2-40B4-BE49-F238E27FC236}">
                    <a16:creationId xmlns="" xmlns:a16="http://schemas.microsoft.com/office/drawing/2014/main" id="{446D6C8B-FF15-A20A-939F-6CDB0942ECB9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18" name="矩形 68">
              <a:extLst>
                <a:ext uri="{FF2B5EF4-FFF2-40B4-BE49-F238E27FC236}">
                  <a16:creationId xmlns="" xmlns:a16="http://schemas.microsoft.com/office/drawing/2014/main" id="{48557770-7DBC-0418-90E0-BF22A3D3D9A6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1" name="文本框 30">
            <a:extLst>
              <a:ext uri="{FF2B5EF4-FFF2-40B4-BE49-F238E27FC236}">
                <a16:creationId xmlns="" xmlns:a16="http://schemas.microsoft.com/office/drawing/2014/main" id="{85395662-6E03-7F26-CB0B-1E55817759C2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2" name="文字方塊 71">
            <a:extLst>
              <a:ext uri="{FF2B5EF4-FFF2-40B4-BE49-F238E27FC236}">
                <a16:creationId xmlns="" xmlns:a16="http://schemas.microsoft.com/office/drawing/2014/main" id="{92E1E376-39BF-A31E-6DAD-50E7D2675FC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86403" y="138387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2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86403" y="2703201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4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86403" y="402253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5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86403" y="5341864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428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ACB328E3-99A4-6EA7-D84B-31246246CA57}"/>
              </a:ext>
            </a:extLst>
          </p:cNvPr>
          <p:cNvCxnSpPr>
            <a:cxnSpLocks/>
          </p:cNvCxnSpPr>
          <p:nvPr/>
        </p:nvCxnSpPr>
        <p:spPr>
          <a:xfrm>
            <a:off x="3900488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753B6086-DCC9-1F62-E5EB-CFF996501920}"/>
              </a:ext>
            </a:extLst>
          </p:cNvPr>
          <p:cNvGrpSpPr/>
          <p:nvPr/>
        </p:nvGrpSpPr>
        <p:grpSpPr>
          <a:xfrm>
            <a:off x="3643827" y="141556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8E691DB7-2A50-B9F5-BABC-B1594B2DD682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9C18FEB5-9A4D-A28B-FE6C-FECD4B9FE7FC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7E544341-C777-6E87-15E1-1792084ECD3F}"/>
              </a:ext>
            </a:extLst>
          </p:cNvPr>
          <p:cNvGrpSpPr/>
          <p:nvPr/>
        </p:nvGrpSpPr>
        <p:grpSpPr>
          <a:xfrm>
            <a:off x="3643827" y="2402331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4F709BC4-1996-BD0F-3E83-79B96CFE49E3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618F7DC3-028A-E564-3091-2F4F1374DAA3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0063ACD9-1439-1061-950C-6CF9E37B11B0}"/>
              </a:ext>
            </a:extLst>
          </p:cNvPr>
          <p:cNvGrpSpPr/>
          <p:nvPr/>
        </p:nvGrpSpPr>
        <p:grpSpPr>
          <a:xfrm>
            <a:off x="3643826" y="3389101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4560F6C-DB37-3A1F-7B38-79D087801976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055473CC-D6DB-2BE0-D5E7-2204A2D4C896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1DB7B092-3CC0-8849-20BD-6C984072E1A8}"/>
              </a:ext>
            </a:extLst>
          </p:cNvPr>
          <p:cNvGrpSpPr/>
          <p:nvPr/>
        </p:nvGrpSpPr>
        <p:grpSpPr>
          <a:xfrm>
            <a:off x="3643826" y="4375871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28CB74C5-4282-DEA1-2280-9DDDB8A5C97B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0E4205B6-4A82-230A-0F71-A65667CB1D42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15" name="圖片 32">
            <a:extLst>
              <a:ext uri="{FF2B5EF4-FFF2-40B4-BE49-F238E27FC236}">
                <a16:creationId xmlns="" xmlns:a16="http://schemas.microsoft.com/office/drawing/2014/main" id="{6E7C1821-1641-07C2-04F4-2DE7A1D12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群組 18">
            <a:extLst>
              <a:ext uri="{FF2B5EF4-FFF2-40B4-BE49-F238E27FC236}">
                <a16:creationId xmlns="" xmlns:a16="http://schemas.microsoft.com/office/drawing/2014/main" id="{64FC84EA-D55A-07E4-B8F1-C0097E9C60B1}"/>
              </a:ext>
            </a:extLst>
          </p:cNvPr>
          <p:cNvGrpSpPr/>
          <p:nvPr/>
        </p:nvGrpSpPr>
        <p:grpSpPr>
          <a:xfrm>
            <a:off x="3643827" y="536264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7" name="矩形 19">
              <a:extLst>
                <a:ext uri="{FF2B5EF4-FFF2-40B4-BE49-F238E27FC236}">
                  <a16:creationId xmlns="" xmlns:a16="http://schemas.microsoft.com/office/drawing/2014/main" id="{C2D5637B-85BB-9B32-A4A7-1417B9599004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8" name="文字方塊 20">
              <a:extLst>
                <a:ext uri="{FF2B5EF4-FFF2-40B4-BE49-F238E27FC236}">
                  <a16:creationId xmlns="" xmlns:a16="http://schemas.microsoft.com/office/drawing/2014/main" id="{4D4B1CD3-9FBF-32CD-A2C6-02C158F1E348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9" name="群組 65">
            <a:extLst>
              <a:ext uri="{FF2B5EF4-FFF2-40B4-BE49-F238E27FC236}">
                <a16:creationId xmlns="" xmlns:a16="http://schemas.microsoft.com/office/drawing/2014/main" id="{983D40B8-22E8-B916-AB95-7F52F4DC1FF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0" name="群組 66">
              <a:extLst>
                <a:ext uri="{FF2B5EF4-FFF2-40B4-BE49-F238E27FC236}">
                  <a16:creationId xmlns="" xmlns:a16="http://schemas.microsoft.com/office/drawing/2014/main" id="{00E62FBF-35A6-5CD2-D444-D1FA17C2A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2" name="矩形 70">
                <a:extLst>
                  <a:ext uri="{FF2B5EF4-FFF2-40B4-BE49-F238E27FC236}">
                    <a16:creationId xmlns="" xmlns:a16="http://schemas.microsoft.com/office/drawing/2014/main" id="{6D83A9C8-CB56-2C23-9A44-EEB2A10B7D61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3" name="矩形 72">
                <a:extLst>
                  <a:ext uri="{FF2B5EF4-FFF2-40B4-BE49-F238E27FC236}">
                    <a16:creationId xmlns="" xmlns:a16="http://schemas.microsoft.com/office/drawing/2014/main" id="{1BDC708A-92FD-D942-89BB-CD5F9069DB72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1" name="矩形 68">
              <a:extLst>
                <a:ext uri="{FF2B5EF4-FFF2-40B4-BE49-F238E27FC236}">
                  <a16:creationId xmlns="" xmlns:a16="http://schemas.microsoft.com/office/drawing/2014/main" id="{BA0AB48C-AB2C-6A0A-033B-7C96431ED1FE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4" name="文本框 30">
            <a:extLst>
              <a:ext uri="{FF2B5EF4-FFF2-40B4-BE49-F238E27FC236}">
                <a16:creationId xmlns="" xmlns:a16="http://schemas.microsoft.com/office/drawing/2014/main" id="{4F1D212B-DA30-1C81-1CA3-8FCC52432925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5" name="文字方塊 71">
            <a:extLst>
              <a:ext uri="{FF2B5EF4-FFF2-40B4-BE49-F238E27FC236}">
                <a16:creationId xmlns="" xmlns:a16="http://schemas.microsoft.com/office/drawing/2014/main" id="{33D33E8E-2838-7833-7F9B-F569BA94310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306281" y="148623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306281" y="247300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306281" y="345977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306281" y="444654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9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306281" y="543331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6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Agen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36">
            <a:extLst>
              <a:ext uri="{FF2B5EF4-FFF2-40B4-BE49-F238E27FC236}">
                <a16:creationId xmlns="" xmlns:a16="http://schemas.microsoft.com/office/drawing/2014/main" id="{A6FFE7EF-17AF-3413-0076-47BE448A2D0F}"/>
              </a:ext>
            </a:extLst>
          </p:cNvPr>
          <p:cNvGrpSpPr>
            <a:grpSpLocks/>
          </p:cNvGrpSpPr>
          <p:nvPr/>
        </p:nvGrpSpPr>
        <p:grpSpPr bwMode="auto">
          <a:xfrm>
            <a:off x="12585700" y="-1263650"/>
            <a:ext cx="1706563" cy="800100"/>
            <a:chOff x="8600299" y="2456436"/>
            <a:chExt cx="2644376" cy="1168700"/>
          </a:xfrm>
        </p:grpSpPr>
        <p:sp>
          <p:nvSpPr>
            <p:cNvPr id="3" name="矩形 37">
              <a:extLst>
                <a:ext uri="{FF2B5EF4-FFF2-40B4-BE49-F238E27FC236}">
                  <a16:creationId xmlns="" xmlns:a16="http://schemas.microsoft.com/office/drawing/2014/main" id="{583619C7-CB74-8FB6-897B-04F076AC646A}"/>
                </a:ext>
              </a:extLst>
            </p:cNvPr>
            <p:cNvSpPr/>
            <p:nvPr/>
          </p:nvSpPr>
          <p:spPr>
            <a:xfrm>
              <a:off x="8600299" y="2456436"/>
              <a:ext cx="275507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4" name="矩形 38">
              <a:extLst>
                <a:ext uri="{FF2B5EF4-FFF2-40B4-BE49-F238E27FC236}">
                  <a16:creationId xmlns="" xmlns:a16="http://schemas.microsoft.com/office/drawing/2014/main" id="{D234153A-2FAF-CEA1-87EE-7B736CAFD0B0}"/>
                </a:ext>
              </a:extLst>
            </p:cNvPr>
            <p:cNvSpPr/>
            <p:nvPr/>
          </p:nvSpPr>
          <p:spPr>
            <a:xfrm>
              <a:off x="8868427" y="2456436"/>
              <a:ext cx="275507" cy="584350"/>
            </a:xfrm>
            <a:prstGeom prst="rect">
              <a:avLst/>
            </a:prstGeom>
            <a:solidFill>
              <a:srgbClr val="1F5A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矩形 39">
              <a:extLst>
                <a:ext uri="{FF2B5EF4-FFF2-40B4-BE49-F238E27FC236}">
                  <a16:creationId xmlns="" xmlns:a16="http://schemas.microsoft.com/office/drawing/2014/main" id="{2DA01079-5FB9-3A14-8E5D-7205142B7C68}"/>
                </a:ext>
              </a:extLst>
            </p:cNvPr>
            <p:cNvSpPr/>
            <p:nvPr/>
          </p:nvSpPr>
          <p:spPr>
            <a:xfrm>
              <a:off x="9109496" y="2456436"/>
              <a:ext cx="275507" cy="584350"/>
            </a:xfrm>
            <a:prstGeom prst="rect">
              <a:avLst/>
            </a:prstGeom>
            <a:solidFill>
              <a:srgbClr val="226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6" name="矩形 40">
              <a:extLst>
                <a:ext uri="{FF2B5EF4-FFF2-40B4-BE49-F238E27FC236}">
                  <a16:creationId xmlns="" xmlns:a16="http://schemas.microsoft.com/office/drawing/2014/main" id="{EF53C64D-E853-67B7-FE29-F900D7BB630D}"/>
                </a:ext>
              </a:extLst>
            </p:cNvPr>
            <p:cNvSpPr/>
            <p:nvPr/>
          </p:nvSpPr>
          <p:spPr>
            <a:xfrm>
              <a:off x="9375163" y="2456436"/>
              <a:ext cx="277966" cy="584350"/>
            </a:xfrm>
            <a:prstGeom prst="rect">
              <a:avLst/>
            </a:prstGeom>
            <a:solidFill>
              <a:srgbClr val="87C0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7" name="矩形 42">
              <a:extLst>
                <a:ext uri="{FF2B5EF4-FFF2-40B4-BE49-F238E27FC236}">
                  <a16:creationId xmlns="" xmlns:a16="http://schemas.microsoft.com/office/drawing/2014/main" id="{5BBDB2CB-DA50-96E4-79AC-8901333C71CE}"/>
                </a:ext>
              </a:extLst>
            </p:cNvPr>
            <p:cNvSpPr/>
            <p:nvPr/>
          </p:nvSpPr>
          <p:spPr>
            <a:xfrm>
              <a:off x="9653129" y="2456436"/>
              <a:ext cx="275507" cy="584350"/>
            </a:xfrm>
            <a:prstGeom prst="rect">
              <a:avLst/>
            </a:prstGeom>
            <a:solidFill>
              <a:srgbClr val="CEE5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矩形 47">
              <a:extLst>
                <a:ext uri="{FF2B5EF4-FFF2-40B4-BE49-F238E27FC236}">
                  <a16:creationId xmlns="" xmlns:a16="http://schemas.microsoft.com/office/drawing/2014/main" id="{39B1A0A4-0B96-7656-B0BB-D61943EAD6CB}"/>
                </a:ext>
              </a:extLst>
            </p:cNvPr>
            <p:cNvSpPr/>
            <p:nvPr/>
          </p:nvSpPr>
          <p:spPr>
            <a:xfrm>
              <a:off x="9916338" y="2456436"/>
              <a:ext cx="275507" cy="584350"/>
            </a:xfrm>
            <a:prstGeom prst="rect">
              <a:avLst/>
            </a:prstGeom>
            <a:solidFill>
              <a:srgbClr val="F3F9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9" name="矩形 48">
              <a:extLst>
                <a:ext uri="{FF2B5EF4-FFF2-40B4-BE49-F238E27FC236}">
                  <a16:creationId xmlns="" xmlns:a16="http://schemas.microsoft.com/office/drawing/2014/main" id="{3F2A4C98-D5D6-33B6-F6EC-C506E8DAD394}"/>
                </a:ext>
              </a:extLst>
            </p:cNvPr>
            <p:cNvSpPr/>
            <p:nvPr/>
          </p:nvSpPr>
          <p:spPr>
            <a:xfrm>
              <a:off x="10182005" y="2456436"/>
              <a:ext cx="277966" cy="584350"/>
            </a:xfrm>
            <a:prstGeom prst="rect">
              <a:avLst/>
            </a:prstGeom>
            <a:solidFill>
              <a:srgbClr val="DBF1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0" name="矩形 49">
              <a:extLst>
                <a:ext uri="{FF2B5EF4-FFF2-40B4-BE49-F238E27FC236}">
                  <a16:creationId xmlns="" xmlns:a16="http://schemas.microsoft.com/office/drawing/2014/main" id="{CCFBCD2E-9CF3-8C45-846B-35CFB1B48A0B}"/>
                </a:ext>
              </a:extLst>
            </p:cNvPr>
            <p:cNvSpPr/>
            <p:nvPr/>
          </p:nvSpPr>
          <p:spPr>
            <a:xfrm>
              <a:off x="10425533" y="2456436"/>
              <a:ext cx="275507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矩形 50">
              <a:extLst>
                <a:ext uri="{FF2B5EF4-FFF2-40B4-BE49-F238E27FC236}">
                  <a16:creationId xmlns="" xmlns:a16="http://schemas.microsoft.com/office/drawing/2014/main" id="{1AEAB293-8FFD-25D4-0E53-794526DEF1A9}"/>
                </a:ext>
              </a:extLst>
            </p:cNvPr>
            <p:cNvSpPr/>
            <p:nvPr/>
          </p:nvSpPr>
          <p:spPr>
            <a:xfrm>
              <a:off x="10691200" y="2456436"/>
              <a:ext cx="277968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2" name="矩形 51">
              <a:extLst>
                <a:ext uri="{FF2B5EF4-FFF2-40B4-BE49-F238E27FC236}">
                  <a16:creationId xmlns="" xmlns:a16="http://schemas.microsoft.com/office/drawing/2014/main" id="{0CBB35A5-16C0-1636-FC69-66B3B5050CC8}"/>
                </a:ext>
              </a:extLst>
            </p:cNvPr>
            <p:cNvSpPr/>
            <p:nvPr/>
          </p:nvSpPr>
          <p:spPr>
            <a:xfrm>
              <a:off x="10969168" y="2456436"/>
              <a:ext cx="275507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3" name="矩形 52">
              <a:extLst>
                <a:ext uri="{FF2B5EF4-FFF2-40B4-BE49-F238E27FC236}">
                  <a16:creationId xmlns="" xmlns:a16="http://schemas.microsoft.com/office/drawing/2014/main" id="{332E9380-1BA5-2251-2F19-6C86BF224116}"/>
                </a:ext>
              </a:extLst>
            </p:cNvPr>
            <p:cNvSpPr/>
            <p:nvPr/>
          </p:nvSpPr>
          <p:spPr>
            <a:xfrm>
              <a:off x="9916338" y="3040786"/>
              <a:ext cx="275507" cy="584350"/>
            </a:xfrm>
            <a:prstGeom prst="rect">
              <a:avLst/>
            </a:prstGeom>
            <a:solidFill>
              <a:srgbClr val="FF70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矩形 53">
              <a:extLst>
                <a:ext uri="{FF2B5EF4-FFF2-40B4-BE49-F238E27FC236}">
                  <a16:creationId xmlns="" xmlns:a16="http://schemas.microsoft.com/office/drawing/2014/main" id="{6BCCC09E-5CF3-E41C-036F-A4E44D1223CB}"/>
                </a:ext>
              </a:extLst>
            </p:cNvPr>
            <p:cNvSpPr/>
            <p:nvPr/>
          </p:nvSpPr>
          <p:spPr>
            <a:xfrm>
              <a:off x="10182005" y="3040786"/>
              <a:ext cx="277966" cy="584350"/>
            </a:xfrm>
            <a:prstGeom prst="rect">
              <a:avLst/>
            </a:prstGeom>
            <a:solidFill>
              <a:srgbClr val="FFCD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5" name="矩形 54">
              <a:extLst>
                <a:ext uri="{FF2B5EF4-FFF2-40B4-BE49-F238E27FC236}">
                  <a16:creationId xmlns="" xmlns:a16="http://schemas.microsoft.com/office/drawing/2014/main" id="{44341184-3EA1-FE54-F9FD-094B4714707E}"/>
                </a:ext>
              </a:extLst>
            </p:cNvPr>
            <p:cNvSpPr/>
            <p:nvPr/>
          </p:nvSpPr>
          <p:spPr>
            <a:xfrm>
              <a:off x="10425533" y="3040786"/>
              <a:ext cx="275507" cy="584350"/>
            </a:xfrm>
            <a:prstGeom prst="rect">
              <a:avLst/>
            </a:prstGeom>
            <a:solidFill>
              <a:srgbClr val="B6E1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6" name="矩形 55">
              <a:extLst>
                <a:ext uri="{FF2B5EF4-FFF2-40B4-BE49-F238E27FC236}">
                  <a16:creationId xmlns="" xmlns:a16="http://schemas.microsoft.com/office/drawing/2014/main" id="{F6635DE7-D05A-A168-E40A-401F880BEA55}"/>
                </a:ext>
              </a:extLst>
            </p:cNvPr>
            <p:cNvSpPr/>
            <p:nvPr/>
          </p:nvSpPr>
          <p:spPr>
            <a:xfrm>
              <a:off x="10691200" y="3040786"/>
              <a:ext cx="277968" cy="584350"/>
            </a:xfrm>
            <a:prstGeom prst="rect">
              <a:avLst/>
            </a:prstGeom>
            <a:solidFill>
              <a:srgbClr val="9CD3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矩形 56">
              <a:extLst>
                <a:ext uri="{FF2B5EF4-FFF2-40B4-BE49-F238E27FC236}">
                  <a16:creationId xmlns="" xmlns:a16="http://schemas.microsoft.com/office/drawing/2014/main" id="{C27270A2-B91E-7432-E3BA-20DCB4DF4714}"/>
                </a:ext>
              </a:extLst>
            </p:cNvPr>
            <p:cNvSpPr/>
            <p:nvPr/>
          </p:nvSpPr>
          <p:spPr>
            <a:xfrm>
              <a:off x="10969168" y="3040786"/>
              <a:ext cx="275507" cy="584350"/>
            </a:xfrm>
            <a:prstGeom prst="rect">
              <a:avLst/>
            </a:prstGeom>
            <a:solidFill>
              <a:srgbClr val="5AA8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8" name="矩形 57">
              <a:extLst>
                <a:ext uri="{FF2B5EF4-FFF2-40B4-BE49-F238E27FC236}">
                  <a16:creationId xmlns="" xmlns:a16="http://schemas.microsoft.com/office/drawing/2014/main" id="{E5E5A342-81CA-AA36-44C4-21F42BDA4A09}"/>
                </a:ext>
              </a:extLst>
            </p:cNvPr>
            <p:cNvSpPr/>
            <p:nvPr/>
          </p:nvSpPr>
          <p:spPr>
            <a:xfrm>
              <a:off x="8600299" y="3031511"/>
              <a:ext cx="275507" cy="584350"/>
            </a:xfrm>
            <a:prstGeom prst="rect">
              <a:avLst/>
            </a:prstGeom>
            <a:solidFill>
              <a:srgbClr val="113F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9" name="矩形 58">
              <a:extLst>
                <a:ext uri="{FF2B5EF4-FFF2-40B4-BE49-F238E27FC236}">
                  <a16:creationId xmlns="" xmlns:a16="http://schemas.microsoft.com/office/drawing/2014/main" id="{373E89B5-D224-2619-54CB-4E8872AA03A4}"/>
                </a:ext>
              </a:extLst>
            </p:cNvPr>
            <p:cNvSpPr/>
            <p:nvPr/>
          </p:nvSpPr>
          <p:spPr>
            <a:xfrm>
              <a:off x="8868427" y="3031511"/>
              <a:ext cx="275507" cy="584350"/>
            </a:xfrm>
            <a:prstGeom prst="rect">
              <a:avLst/>
            </a:prstGeom>
            <a:solidFill>
              <a:srgbClr val="719E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矩形 59">
              <a:extLst>
                <a:ext uri="{FF2B5EF4-FFF2-40B4-BE49-F238E27FC236}">
                  <a16:creationId xmlns="" xmlns:a16="http://schemas.microsoft.com/office/drawing/2014/main" id="{F5D0314D-8E9A-1AC0-1016-54A751B89710}"/>
                </a:ext>
              </a:extLst>
            </p:cNvPr>
            <p:cNvSpPr/>
            <p:nvPr/>
          </p:nvSpPr>
          <p:spPr>
            <a:xfrm>
              <a:off x="9109496" y="3031511"/>
              <a:ext cx="275507" cy="584350"/>
            </a:xfrm>
            <a:prstGeom prst="rect">
              <a:avLst/>
            </a:prstGeom>
            <a:solidFill>
              <a:srgbClr val="9EBF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1" name="矩形 60">
              <a:extLst>
                <a:ext uri="{FF2B5EF4-FFF2-40B4-BE49-F238E27FC236}">
                  <a16:creationId xmlns="" xmlns:a16="http://schemas.microsoft.com/office/drawing/2014/main" id="{DAF19E2E-E29B-C559-D437-F3741C2C5D28}"/>
                </a:ext>
              </a:extLst>
            </p:cNvPr>
            <p:cNvSpPr/>
            <p:nvPr/>
          </p:nvSpPr>
          <p:spPr>
            <a:xfrm>
              <a:off x="9375163" y="3031511"/>
              <a:ext cx="277966" cy="584350"/>
            </a:xfrm>
            <a:prstGeom prst="rect">
              <a:avLst/>
            </a:prstGeom>
            <a:solidFill>
              <a:srgbClr val="C6E0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2" name="矩形 61">
              <a:extLst>
                <a:ext uri="{FF2B5EF4-FFF2-40B4-BE49-F238E27FC236}">
                  <a16:creationId xmlns="" xmlns:a16="http://schemas.microsoft.com/office/drawing/2014/main" id="{45C3710D-2261-47C7-7B3C-B9E3761FB810}"/>
                </a:ext>
              </a:extLst>
            </p:cNvPr>
            <p:cNvSpPr/>
            <p:nvPr/>
          </p:nvSpPr>
          <p:spPr>
            <a:xfrm>
              <a:off x="9653129" y="3031511"/>
              <a:ext cx="275507" cy="584350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sp>
        <p:nvSpPr>
          <p:cNvPr id="23" name="文本框 30">
            <a:extLst>
              <a:ext uri="{FF2B5EF4-FFF2-40B4-BE49-F238E27FC236}">
                <a16:creationId xmlns="" xmlns:a16="http://schemas.microsoft.com/office/drawing/2014/main" id="{45B98D4B-9E9C-2EC3-B0E2-CA7C7DE3D379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Content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cxnSp>
        <p:nvCxnSpPr>
          <p:cNvPr id="24" name="直線接點 17">
            <a:extLst>
              <a:ext uri="{FF2B5EF4-FFF2-40B4-BE49-F238E27FC236}">
                <a16:creationId xmlns="" xmlns:a16="http://schemas.microsoft.com/office/drawing/2014/main" id="{D48A1F3B-13AA-E94D-FB46-81CB40F6012C}"/>
              </a:ext>
            </a:extLst>
          </p:cNvPr>
          <p:cNvCxnSpPr>
            <a:cxnSpLocks/>
          </p:cNvCxnSpPr>
          <p:nvPr/>
        </p:nvCxnSpPr>
        <p:spPr>
          <a:xfrm>
            <a:off x="3905250" y="1081088"/>
            <a:ext cx="0" cy="504190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群組 18">
            <a:extLst>
              <a:ext uri="{FF2B5EF4-FFF2-40B4-BE49-F238E27FC236}">
                <a16:creationId xmlns="" xmlns:a16="http://schemas.microsoft.com/office/drawing/2014/main" id="{BBEE9D6D-BAAA-7225-5D3F-0885AFA4A15A}"/>
              </a:ext>
            </a:extLst>
          </p:cNvPr>
          <p:cNvGrpSpPr/>
          <p:nvPr/>
        </p:nvGrpSpPr>
        <p:grpSpPr>
          <a:xfrm>
            <a:off x="3647940" y="141556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6" name="矩形 19">
              <a:extLst>
                <a:ext uri="{FF2B5EF4-FFF2-40B4-BE49-F238E27FC236}">
                  <a16:creationId xmlns="" xmlns:a16="http://schemas.microsoft.com/office/drawing/2014/main" id="{C636B0AA-2FA0-1F88-6977-9F0071524875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7" name="文字方塊 20">
              <a:extLst>
                <a:ext uri="{FF2B5EF4-FFF2-40B4-BE49-F238E27FC236}">
                  <a16:creationId xmlns="" xmlns:a16="http://schemas.microsoft.com/office/drawing/2014/main" id="{95E2F6DA-5179-EC21-5A7F-25FA161ED8F3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8" name="群組 21">
            <a:extLst>
              <a:ext uri="{FF2B5EF4-FFF2-40B4-BE49-F238E27FC236}">
                <a16:creationId xmlns="" xmlns:a16="http://schemas.microsoft.com/office/drawing/2014/main" id="{9ADC0B14-A03C-B846-C514-644A6FBD0EF6}"/>
              </a:ext>
            </a:extLst>
          </p:cNvPr>
          <p:cNvGrpSpPr/>
          <p:nvPr/>
        </p:nvGrpSpPr>
        <p:grpSpPr>
          <a:xfrm>
            <a:off x="3647940" y="2402331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9" name="矩形 22">
              <a:extLst>
                <a:ext uri="{FF2B5EF4-FFF2-40B4-BE49-F238E27FC236}">
                  <a16:creationId xmlns="" xmlns:a16="http://schemas.microsoft.com/office/drawing/2014/main" id="{BB87623A-C97D-2FA5-71FF-AA6F224AE939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3">
              <a:extLst>
                <a:ext uri="{FF2B5EF4-FFF2-40B4-BE49-F238E27FC236}">
                  <a16:creationId xmlns="" xmlns:a16="http://schemas.microsoft.com/office/drawing/2014/main" id="{DDCBACD7-F641-7EA8-9C1D-9BCF8F76C18E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1" name="群組 24">
            <a:extLst>
              <a:ext uri="{FF2B5EF4-FFF2-40B4-BE49-F238E27FC236}">
                <a16:creationId xmlns="" xmlns:a16="http://schemas.microsoft.com/office/drawing/2014/main" id="{FB5221ED-6FD2-7E22-0CDA-052B76CC8031}"/>
              </a:ext>
            </a:extLst>
          </p:cNvPr>
          <p:cNvGrpSpPr/>
          <p:nvPr/>
        </p:nvGrpSpPr>
        <p:grpSpPr>
          <a:xfrm>
            <a:off x="3647939" y="3389101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32" name="矩形 25">
              <a:extLst>
                <a:ext uri="{FF2B5EF4-FFF2-40B4-BE49-F238E27FC236}">
                  <a16:creationId xmlns="" xmlns:a16="http://schemas.microsoft.com/office/drawing/2014/main" id="{8C78D48A-52D4-329D-13A8-6FAAC1B324EF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3" name="文字方塊 26">
              <a:extLst>
                <a:ext uri="{FF2B5EF4-FFF2-40B4-BE49-F238E27FC236}">
                  <a16:creationId xmlns="" xmlns:a16="http://schemas.microsoft.com/office/drawing/2014/main" id="{49B83E2D-30ED-131B-7BD0-0C7AC9E62648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4" name="群組 27">
            <a:extLst>
              <a:ext uri="{FF2B5EF4-FFF2-40B4-BE49-F238E27FC236}">
                <a16:creationId xmlns="" xmlns:a16="http://schemas.microsoft.com/office/drawing/2014/main" id="{4C0D75F6-B1E5-2C32-1F53-85B43E2B94BA}"/>
              </a:ext>
            </a:extLst>
          </p:cNvPr>
          <p:cNvGrpSpPr/>
          <p:nvPr/>
        </p:nvGrpSpPr>
        <p:grpSpPr>
          <a:xfrm>
            <a:off x="3647939" y="4375871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35" name="矩形 28">
              <a:extLst>
                <a:ext uri="{FF2B5EF4-FFF2-40B4-BE49-F238E27FC236}">
                  <a16:creationId xmlns="" xmlns:a16="http://schemas.microsoft.com/office/drawing/2014/main" id="{32C72E30-F5CE-8B03-54F8-54D411BA3CCC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36" name="文字方塊 29">
              <a:extLst>
                <a:ext uri="{FF2B5EF4-FFF2-40B4-BE49-F238E27FC236}">
                  <a16:creationId xmlns="" xmlns:a16="http://schemas.microsoft.com/office/drawing/2014/main" id="{106D1928-5E5C-E82A-4A2E-51A297D3B640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7" name="群組 65">
            <a:extLst>
              <a:ext uri="{FF2B5EF4-FFF2-40B4-BE49-F238E27FC236}">
                <a16:creationId xmlns="" xmlns:a16="http://schemas.microsoft.com/office/drawing/2014/main" id="{10380990-77D1-F575-0E94-2D0EFD9B14F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38" name="群組 66">
              <a:extLst>
                <a:ext uri="{FF2B5EF4-FFF2-40B4-BE49-F238E27FC236}">
                  <a16:creationId xmlns="" xmlns:a16="http://schemas.microsoft.com/office/drawing/2014/main" id="{BFD611A2-19C9-B9F1-0F11-40E43FFAB2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40" name="矩形 70">
                <a:extLst>
                  <a:ext uri="{FF2B5EF4-FFF2-40B4-BE49-F238E27FC236}">
                    <a16:creationId xmlns="" xmlns:a16="http://schemas.microsoft.com/office/drawing/2014/main" id="{89836C14-F3BC-9759-39F3-B5BBBE6B0C3D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41" name="文字方塊 71">
                <a:extLst>
                  <a:ext uri="{FF2B5EF4-FFF2-40B4-BE49-F238E27FC236}">
                    <a16:creationId xmlns="" xmlns:a16="http://schemas.microsoft.com/office/drawing/2014/main" id="{35727E7C-A4BE-CD13-9DE4-4CA3E10266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-1788228" y="2229599"/>
                <a:ext cx="4327525" cy="3699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TW">
                    <a:solidFill>
                      <a:schemeClr val="accent3">
                        <a:lumMod val="75000"/>
                      </a:schemeClr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ELAN MICROELECTRONICS CORP.</a:t>
                </a:r>
                <a:endParaRPr lang="zh-TW" altLang="en-US">
                  <a:solidFill>
                    <a:schemeClr val="accent3">
                      <a:lumMod val="7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42" name="矩形 72">
                <a:extLst>
                  <a:ext uri="{FF2B5EF4-FFF2-40B4-BE49-F238E27FC236}">
                    <a16:creationId xmlns="" xmlns:a16="http://schemas.microsoft.com/office/drawing/2014/main" id="{3BA49AC8-3351-2B4D-6880-6B840C9198C0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39" name="矩形 68">
              <a:extLst>
                <a:ext uri="{FF2B5EF4-FFF2-40B4-BE49-F238E27FC236}">
                  <a16:creationId xmlns="" xmlns:a16="http://schemas.microsoft.com/office/drawing/2014/main" id="{B31FBAA7-0652-3099-F131-ECB208067129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grpSp>
        <p:nvGrpSpPr>
          <p:cNvPr id="43" name="群組 18">
            <a:extLst>
              <a:ext uri="{FF2B5EF4-FFF2-40B4-BE49-F238E27FC236}">
                <a16:creationId xmlns="" xmlns:a16="http://schemas.microsoft.com/office/drawing/2014/main" id="{9D806BFE-B5BE-BB0E-AC0B-8FFD34C99CD3}"/>
              </a:ext>
            </a:extLst>
          </p:cNvPr>
          <p:cNvGrpSpPr/>
          <p:nvPr/>
        </p:nvGrpSpPr>
        <p:grpSpPr>
          <a:xfrm>
            <a:off x="3647940" y="536264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4" name="矩形 19">
              <a:extLst>
                <a:ext uri="{FF2B5EF4-FFF2-40B4-BE49-F238E27FC236}">
                  <a16:creationId xmlns="" xmlns:a16="http://schemas.microsoft.com/office/drawing/2014/main" id="{11D19EF3-4002-D4FE-D0A0-9E2F390541F4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45" name="文字方塊 20">
              <a:extLst>
                <a:ext uri="{FF2B5EF4-FFF2-40B4-BE49-F238E27FC236}">
                  <a16:creationId xmlns="" xmlns:a16="http://schemas.microsoft.com/office/drawing/2014/main" id="{626AE833-0E78-FD35-FDB6-3B8C6E5D9D85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pic>
        <p:nvPicPr>
          <p:cNvPr id="46" name="圖片 32">
            <a:extLst>
              <a:ext uri="{FF2B5EF4-FFF2-40B4-BE49-F238E27FC236}">
                <a16:creationId xmlns="" xmlns:a16="http://schemas.microsoft.com/office/drawing/2014/main" id="{6B3832F9-2BDB-E7C9-BB0F-5B79B7E3F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310394" y="144073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310394" y="243189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310394" y="342306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1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310394" y="441422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2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310394" y="5405385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843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AACC3034-2126-D4ED-F516-5C2DE41DA492}"/>
              </a:ext>
            </a:extLst>
          </p:cNvPr>
          <p:cNvCxnSpPr>
            <a:cxnSpLocks/>
          </p:cNvCxnSpPr>
          <p:nvPr/>
        </p:nvCxnSpPr>
        <p:spPr>
          <a:xfrm>
            <a:off x="3871913" y="852488"/>
            <a:ext cx="0" cy="541813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FFC92788-1B92-7D5E-62E8-27505A489A88}"/>
              </a:ext>
            </a:extLst>
          </p:cNvPr>
          <p:cNvGrpSpPr/>
          <p:nvPr/>
        </p:nvGrpSpPr>
        <p:grpSpPr>
          <a:xfrm>
            <a:off x="3614010" y="1216818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2386D6F6-AB6B-905D-90B0-2AC3A56F88CD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CB32FFBF-46E1-2C38-9877-DAEB79A8FF0F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3FFC933D-425B-0644-00C4-3F6EFA6D53EE}"/>
              </a:ext>
            </a:extLst>
          </p:cNvPr>
          <p:cNvGrpSpPr/>
          <p:nvPr/>
        </p:nvGrpSpPr>
        <p:grpSpPr>
          <a:xfrm>
            <a:off x="3614010" y="2071452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C8A76EF3-110E-7752-D15E-AD30C3C81CFC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7996BE04-7935-82D0-ABD1-2BFF2C122F21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77285F75-F8D9-12CC-5843-EA409A57700B}"/>
              </a:ext>
            </a:extLst>
          </p:cNvPr>
          <p:cNvGrpSpPr/>
          <p:nvPr/>
        </p:nvGrpSpPr>
        <p:grpSpPr>
          <a:xfrm>
            <a:off x="3614009" y="2926086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358B912-A869-A392-7A46-7F421BB77704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438A0B3D-78DB-0083-4521-EBF0F8A342A8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C0E9BBE4-2AFF-4385-634B-FB1182ED954B}"/>
              </a:ext>
            </a:extLst>
          </p:cNvPr>
          <p:cNvGrpSpPr/>
          <p:nvPr/>
        </p:nvGrpSpPr>
        <p:grpSpPr>
          <a:xfrm>
            <a:off x="3614009" y="3780720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D8AD18FA-FA26-0E9F-BB45-1EFE97D61746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3576CC5-02AB-C918-BBCA-C6CDE367A50B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5" name="群組 18">
            <a:extLst>
              <a:ext uri="{FF2B5EF4-FFF2-40B4-BE49-F238E27FC236}">
                <a16:creationId xmlns="" xmlns:a16="http://schemas.microsoft.com/office/drawing/2014/main" id="{3CB55DC5-A061-CA65-5369-20EFAD535F87}"/>
              </a:ext>
            </a:extLst>
          </p:cNvPr>
          <p:cNvGrpSpPr/>
          <p:nvPr/>
        </p:nvGrpSpPr>
        <p:grpSpPr>
          <a:xfrm>
            <a:off x="3614010" y="4635354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6" name="矩形 19">
              <a:extLst>
                <a:ext uri="{FF2B5EF4-FFF2-40B4-BE49-F238E27FC236}">
                  <a16:creationId xmlns="" xmlns:a16="http://schemas.microsoft.com/office/drawing/2014/main" id="{54F3259A-0D7B-5850-DDF6-B37A996000C9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文字方塊 20">
              <a:extLst>
                <a:ext uri="{FF2B5EF4-FFF2-40B4-BE49-F238E27FC236}">
                  <a16:creationId xmlns="" xmlns:a16="http://schemas.microsoft.com/office/drawing/2014/main" id="{4611CC62-625A-4AE3-F9F2-17D8969242F6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8" name="群組 27">
            <a:extLst>
              <a:ext uri="{FF2B5EF4-FFF2-40B4-BE49-F238E27FC236}">
                <a16:creationId xmlns="" xmlns:a16="http://schemas.microsoft.com/office/drawing/2014/main" id="{236E17B3-6189-9D5D-9D11-F2583CB24567}"/>
              </a:ext>
            </a:extLst>
          </p:cNvPr>
          <p:cNvGrpSpPr/>
          <p:nvPr/>
        </p:nvGrpSpPr>
        <p:grpSpPr>
          <a:xfrm>
            <a:off x="3614009" y="5489988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9" name="矩形 28">
              <a:extLst>
                <a:ext uri="{FF2B5EF4-FFF2-40B4-BE49-F238E27FC236}">
                  <a16:creationId xmlns="" xmlns:a16="http://schemas.microsoft.com/office/drawing/2014/main" id="{764355F4-3F94-502A-92EE-C4F4D6FDA9BD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文字方塊 29">
              <a:extLst>
                <a:ext uri="{FF2B5EF4-FFF2-40B4-BE49-F238E27FC236}">
                  <a16:creationId xmlns="" xmlns:a16="http://schemas.microsoft.com/office/drawing/2014/main" id="{96FFD929-D599-BB74-D628-D37172DE54B4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6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1" name="群組 65">
            <a:extLst>
              <a:ext uri="{FF2B5EF4-FFF2-40B4-BE49-F238E27FC236}">
                <a16:creationId xmlns="" xmlns:a16="http://schemas.microsoft.com/office/drawing/2014/main" id="{981D7E46-5463-D3DB-C29B-551E8A86C82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2" name="群組 66">
              <a:extLst>
                <a:ext uri="{FF2B5EF4-FFF2-40B4-BE49-F238E27FC236}">
                  <a16:creationId xmlns="" xmlns:a16="http://schemas.microsoft.com/office/drawing/2014/main" id="{20D7E259-60EF-CF99-9104-A91468A8E5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4" name="矩形 70">
                <a:extLst>
                  <a:ext uri="{FF2B5EF4-FFF2-40B4-BE49-F238E27FC236}">
                    <a16:creationId xmlns="" xmlns:a16="http://schemas.microsoft.com/office/drawing/2014/main" id="{8CA5B44F-3240-1E45-3688-67733CCF5C35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5" name="矩形 72">
                <a:extLst>
                  <a:ext uri="{FF2B5EF4-FFF2-40B4-BE49-F238E27FC236}">
                    <a16:creationId xmlns="" xmlns:a16="http://schemas.microsoft.com/office/drawing/2014/main" id="{97D9B5ED-5F0C-85D7-5581-EBDEFD87366E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3" name="矩形 68">
              <a:extLst>
                <a:ext uri="{FF2B5EF4-FFF2-40B4-BE49-F238E27FC236}">
                  <a16:creationId xmlns="" xmlns:a16="http://schemas.microsoft.com/office/drawing/2014/main" id="{0CBDFF25-2644-7E62-51CF-C687ED4FA429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pic>
        <p:nvPicPr>
          <p:cNvPr id="26" name="圖片 32">
            <a:extLst>
              <a:ext uri="{FF2B5EF4-FFF2-40B4-BE49-F238E27FC236}">
                <a16:creationId xmlns="" xmlns:a16="http://schemas.microsoft.com/office/drawing/2014/main" id="{4D83C70E-AEAC-3088-0044-953671F23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文本框 30">
            <a:extLst>
              <a:ext uri="{FF2B5EF4-FFF2-40B4-BE49-F238E27FC236}">
                <a16:creationId xmlns="" xmlns:a16="http://schemas.microsoft.com/office/drawing/2014/main" id="{84C97D4D-AA8F-BA14-6244-F5C752563265}"/>
              </a:ext>
            </a:extLst>
          </p:cNvPr>
          <p:cNvSpPr txBox="1"/>
          <p:nvPr/>
        </p:nvSpPr>
        <p:spPr>
          <a:xfrm>
            <a:off x="5295074" y="405456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28" name="文字方塊 71">
            <a:extLst>
              <a:ext uri="{FF2B5EF4-FFF2-40B4-BE49-F238E27FC236}">
                <a16:creationId xmlns="" xmlns:a16="http://schemas.microsoft.com/office/drawing/2014/main" id="{2B8DDF71-AD8C-F298-CA0A-BF605B6B924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72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76464" y="1332771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3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76464" y="218209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4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76464" y="3031409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5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76464" y="388072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9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276464" y="4730047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3" name="文字版面配置區 2"/>
          <p:cNvSpPr>
            <a:spLocks noGrp="1"/>
          </p:cNvSpPr>
          <p:nvPr>
            <p:ph type="body" sz="quarter" idx="15"/>
          </p:nvPr>
        </p:nvSpPr>
        <p:spPr>
          <a:xfrm>
            <a:off x="4276464" y="5579365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300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7">
            <a:extLst>
              <a:ext uri="{FF2B5EF4-FFF2-40B4-BE49-F238E27FC236}">
                <a16:creationId xmlns="" xmlns:a16="http://schemas.microsoft.com/office/drawing/2014/main" id="{CD4706FA-BC1A-EBEA-7AA4-973B1D81AABC}"/>
              </a:ext>
            </a:extLst>
          </p:cNvPr>
          <p:cNvCxnSpPr>
            <a:cxnSpLocks/>
          </p:cNvCxnSpPr>
          <p:nvPr/>
        </p:nvCxnSpPr>
        <p:spPr>
          <a:xfrm>
            <a:off x="3890963" y="852488"/>
            <a:ext cx="0" cy="541813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8">
            <a:extLst>
              <a:ext uri="{FF2B5EF4-FFF2-40B4-BE49-F238E27FC236}">
                <a16:creationId xmlns="" xmlns:a16="http://schemas.microsoft.com/office/drawing/2014/main" id="{599A215C-7880-2AF1-1182-7A46505A6F00}"/>
              </a:ext>
            </a:extLst>
          </p:cNvPr>
          <p:cNvGrpSpPr/>
          <p:nvPr/>
        </p:nvGrpSpPr>
        <p:grpSpPr>
          <a:xfrm>
            <a:off x="3633889" y="912467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4" name="矩形 19">
              <a:extLst>
                <a:ext uri="{FF2B5EF4-FFF2-40B4-BE49-F238E27FC236}">
                  <a16:creationId xmlns="" xmlns:a16="http://schemas.microsoft.com/office/drawing/2014/main" id="{DA2E9DA9-4000-A070-2FD2-5BA950C061FE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5" name="文字方塊 20">
              <a:extLst>
                <a:ext uri="{FF2B5EF4-FFF2-40B4-BE49-F238E27FC236}">
                  <a16:creationId xmlns="" xmlns:a16="http://schemas.microsoft.com/office/drawing/2014/main" id="{46CF770E-6927-A327-09D8-CBD7BB75900D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1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6" name="群組 21">
            <a:extLst>
              <a:ext uri="{FF2B5EF4-FFF2-40B4-BE49-F238E27FC236}">
                <a16:creationId xmlns="" xmlns:a16="http://schemas.microsoft.com/office/drawing/2014/main" id="{3F8C352E-2620-479F-BF4C-6E2D6CE463CB}"/>
              </a:ext>
            </a:extLst>
          </p:cNvPr>
          <p:cNvGrpSpPr/>
          <p:nvPr/>
        </p:nvGrpSpPr>
        <p:grpSpPr>
          <a:xfrm>
            <a:off x="3633889" y="1697473"/>
            <a:ext cx="514773" cy="514773"/>
            <a:chOff x="5379241" y="2944842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7" name="矩形 22">
              <a:extLst>
                <a:ext uri="{FF2B5EF4-FFF2-40B4-BE49-F238E27FC236}">
                  <a16:creationId xmlns="" xmlns:a16="http://schemas.microsoft.com/office/drawing/2014/main" id="{1135FC64-A57F-D0EC-28A1-5366606D78BC}"/>
                </a:ext>
              </a:extLst>
            </p:cNvPr>
            <p:cNvSpPr/>
            <p:nvPr/>
          </p:nvSpPr>
          <p:spPr>
            <a:xfrm flipV="1">
              <a:off x="5379241" y="2944842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8" name="文字方塊 23">
              <a:extLst>
                <a:ext uri="{FF2B5EF4-FFF2-40B4-BE49-F238E27FC236}">
                  <a16:creationId xmlns="" xmlns:a16="http://schemas.microsoft.com/office/drawing/2014/main" id="{EC7D5A0E-0567-5CD4-5FEE-74911634826B}"/>
                </a:ext>
              </a:extLst>
            </p:cNvPr>
            <p:cNvSpPr txBox="1"/>
            <p:nvPr/>
          </p:nvSpPr>
          <p:spPr>
            <a:xfrm>
              <a:off x="5379241" y="2970414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2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9" name="群組 24">
            <a:extLst>
              <a:ext uri="{FF2B5EF4-FFF2-40B4-BE49-F238E27FC236}">
                <a16:creationId xmlns="" xmlns:a16="http://schemas.microsoft.com/office/drawing/2014/main" id="{C274CB58-358D-EC5D-740F-6D6BA1AD04D8}"/>
              </a:ext>
            </a:extLst>
          </p:cNvPr>
          <p:cNvGrpSpPr/>
          <p:nvPr/>
        </p:nvGrpSpPr>
        <p:grpSpPr>
          <a:xfrm>
            <a:off x="3633888" y="2482479"/>
            <a:ext cx="516871" cy="514773"/>
            <a:chOff x="5379241" y="4158000"/>
            <a:chExt cx="516870" cy="514773"/>
          </a:xfrm>
          <a:solidFill>
            <a:schemeClr val="accent4">
              <a:lumMod val="90000"/>
            </a:schemeClr>
          </a:solidFill>
        </p:grpSpPr>
        <p:sp>
          <p:nvSpPr>
            <p:cNvPr id="10" name="矩形 25">
              <a:extLst>
                <a:ext uri="{FF2B5EF4-FFF2-40B4-BE49-F238E27FC236}">
                  <a16:creationId xmlns="" xmlns:a16="http://schemas.microsoft.com/office/drawing/2014/main" id="{AD359696-35DB-7DDA-28CC-B52066AAC5A2}"/>
                </a:ext>
              </a:extLst>
            </p:cNvPr>
            <p:cNvSpPr/>
            <p:nvPr/>
          </p:nvSpPr>
          <p:spPr>
            <a:xfrm flipV="1">
              <a:off x="5379241" y="415800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1" name="文字方塊 26">
              <a:extLst>
                <a:ext uri="{FF2B5EF4-FFF2-40B4-BE49-F238E27FC236}">
                  <a16:creationId xmlns="" xmlns:a16="http://schemas.microsoft.com/office/drawing/2014/main" id="{9CA4D273-D19A-0A04-4DCB-0B0DA001FB44}"/>
                </a:ext>
              </a:extLst>
            </p:cNvPr>
            <p:cNvSpPr txBox="1"/>
            <p:nvPr/>
          </p:nvSpPr>
          <p:spPr>
            <a:xfrm>
              <a:off x="5381338" y="4192738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3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2" name="群組 27">
            <a:extLst>
              <a:ext uri="{FF2B5EF4-FFF2-40B4-BE49-F238E27FC236}">
                <a16:creationId xmlns="" xmlns:a16="http://schemas.microsoft.com/office/drawing/2014/main" id="{345712B7-7468-F862-B707-D09D5F98E3B8}"/>
              </a:ext>
            </a:extLst>
          </p:cNvPr>
          <p:cNvGrpSpPr/>
          <p:nvPr/>
        </p:nvGrpSpPr>
        <p:grpSpPr>
          <a:xfrm>
            <a:off x="3633888" y="3267485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3" name="矩形 28">
              <a:extLst>
                <a:ext uri="{FF2B5EF4-FFF2-40B4-BE49-F238E27FC236}">
                  <a16:creationId xmlns="" xmlns:a16="http://schemas.microsoft.com/office/drawing/2014/main" id="{018B524B-28A2-E580-8270-EF351CF138FF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4" name="文字方塊 29">
              <a:extLst>
                <a:ext uri="{FF2B5EF4-FFF2-40B4-BE49-F238E27FC236}">
                  <a16:creationId xmlns="" xmlns:a16="http://schemas.microsoft.com/office/drawing/2014/main" id="{69CD9195-F15C-2B90-FA1A-EDF888C18146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4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5" name="群組 18">
            <a:extLst>
              <a:ext uri="{FF2B5EF4-FFF2-40B4-BE49-F238E27FC236}">
                <a16:creationId xmlns="" xmlns:a16="http://schemas.microsoft.com/office/drawing/2014/main" id="{7CCCDF4C-6F23-F899-2869-A17DAD8EB68E}"/>
              </a:ext>
            </a:extLst>
          </p:cNvPr>
          <p:cNvGrpSpPr/>
          <p:nvPr/>
        </p:nvGrpSpPr>
        <p:grpSpPr>
          <a:xfrm>
            <a:off x="3633889" y="4052491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16" name="矩形 19">
              <a:extLst>
                <a:ext uri="{FF2B5EF4-FFF2-40B4-BE49-F238E27FC236}">
                  <a16:creationId xmlns="" xmlns:a16="http://schemas.microsoft.com/office/drawing/2014/main" id="{996DE36B-8C50-26B4-4DB9-04834D6E9589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17" name="文字方塊 20">
              <a:extLst>
                <a:ext uri="{FF2B5EF4-FFF2-40B4-BE49-F238E27FC236}">
                  <a16:creationId xmlns="" xmlns:a16="http://schemas.microsoft.com/office/drawing/2014/main" id="{1F1BEC9F-6F64-3552-F793-7816C4FF76B6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5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18" name="群組 27">
            <a:extLst>
              <a:ext uri="{FF2B5EF4-FFF2-40B4-BE49-F238E27FC236}">
                <a16:creationId xmlns="" xmlns:a16="http://schemas.microsoft.com/office/drawing/2014/main" id="{045D4AF7-829D-59DA-CFA1-720301CD4D60}"/>
              </a:ext>
            </a:extLst>
          </p:cNvPr>
          <p:cNvGrpSpPr/>
          <p:nvPr/>
        </p:nvGrpSpPr>
        <p:grpSpPr>
          <a:xfrm>
            <a:off x="3633888" y="4837497"/>
            <a:ext cx="514775" cy="514773"/>
            <a:chOff x="5379240" y="5371158"/>
            <a:chExt cx="514774" cy="514773"/>
          </a:xfrm>
          <a:solidFill>
            <a:schemeClr val="accent4">
              <a:lumMod val="90000"/>
            </a:schemeClr>
          </a:solidFill>
        </p:grpSpPr>
        <p:sp>
          <p:nvSpPr>
            <p:cNvPr id="19" name="矩形 28">
              <a:extLst>
                <a:ext uri="{FF2B5EF4-FFF2-40B4-BE49-F238E27FC236}">
                  <a16:creationId xmlns="" xmlns:a16="http://schemas.microsoft.com/office/drawing/2014/main" id="{4242D76F-4841-60BB-93A4-90DD19BDF095}"/>
                </a:ext>
              </a:extLst>
            </p:cNvPr>
            <p:cNvSpPr/>
            <p:nvPr/>
          </p:nvSpPr>
          <p:spPr>
            <a:xfrm flipV="1">
              <a:off x="5379241" y="5371158"/>
              <a:ext cx="514773" cy="5147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0" name="文字方塊 29">
              <a:extLst>
                <a:ext uri="{FF2B5EF4-FFF2-40B4-BE49-F238E27FC236}">
                  <a16:creationId xmlns="" xmlns:a16="http://schemas.microsoft.com/office/drawing/2014/main" id="{81585AEC-1584-5950-D691-0E9DA0DCAD1B}"/>
                </a:ext>
              </a:extLst>
            </p:cNvPr>
            <p:cNvSpPr txBox="1"/>
            <p:nvPr/>
          </p:nvSpPr>
          <p:spPr>
            <a:xfrm>
              <a:off x="5379240" y="5417259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6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1" name="群組 18">
            <a:extLst>
              <a:ext uri="{FF2B5EF4-FFF2-40B4-BE49-F238E27FC236}">
                <a16:creationId xmlns="" xmlns:a16="http://schemas.microsoft.com/office/drawing/2014/main" id="{E8811CF5-80A9-1E14-B8AE-572857126F54}"/>
              </a:ext>
            </a:extLst>
          </p:cNvPr>
          <p:cNvGrpSpPr/>
          <p:nvPr/>
        </p:nvGrpSpPr>
        <p:grpSpPr>
          <a:xfrm>
            <a:off x="3633889" y="5622502"/>
            <a:ext cx="514773" cy="514773"/>
            <a:chOff x="5379241" y="1872430"/>
            <a:chExt cx="514773" cy="514773"/>
          </a:xfrm>
          <a:solidFill>
            <a:schemeClr val="accent4">
              <a:lumMod val="90000"/>
            </a:schemeClr>
          </a:solidFill>
        </p:grpSpPr>
        <p:sp>
          <p:nvSpPr>
            <p:cNvPr id="22" name="矩形 19">
              <a:extLst>
                <a:ext uri="{FF2B5EF4-FFF2-40B4-BE49-F238E27FC236}">
                  <a16:creationId xmlns="" xmlns:a16="http://schemas.microsoft.com/office/drawing/2014/main" id="{84E3AA3D-B34F-6D3E-4351-BA8506DFDE08}"/>
                </a:ext>
              </a:extLst>
            </p:cNvPr>
            <p:cNvSpPr/>
            <p:nvPr/>
          </p:nvSpPr>
          <p:spPr>
            <a:xfrm flipV="1">
              <a:off x="5379241" y="1872430"/>
              <a:ext cx="514773" cy="51477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  <p:sp>
          <p:nvSpPr>
            <p:cNvPr id="23" name="文字方塊 20">
              <a:extLst>
                <a:ext uri="{FF2B5EF4-FFF2-40B4-BE49-F238E27FC236}">
                  <a16:creationId xmlns="" xmlns:a16="http://schemas.microsoft.com/office/drawing/2014/main" id="{BD7ED25B-7300-8813-3D4A-BA8255015880}"/>
                </a:ext>
              </a:extLst>
            </p:cNvPr>
            <p:cNvSpPr txBox="1"/>
            <p:nvPr/>
          </p:nvSpPr>
          <p:spPr>
            <a:xfrm>
              <a:off x="5379241" y="1897605"/>
              <a:ext cx="514773" cy="46166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>
                  <a:solidFill>
                    <a:schemeClr val="bg1"/>
                  </a:solidFill>
                  <a:ea typeface="Malgun Gothic" panose="020B0503020000020004" pitchFamily="34" charset="-127"/>
                </a:rPr>
                <a:t>7</a:t>
              </a:r>
              <a:endParaRPr lang="zh-TW" altLang="en-US" sz="24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24" name="群組 65">
            <a:extLst>
              <a:ext uri="{FF2B5EF4-FFF2-40B4-BE49-F238E27FC236}">
                <a16:creationId xmlns="" xmlns:a16="http://schemas.microsoft.com/office/drawing/2014/main" id="{47EA889F-6E6D-59DD-7C82-0D6E7CFA7B8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498725" cy="6858000"/>
            <a:chOff x="0" y="0"/>
            <a:chExt cx="2499330" cy="6858000"/>
          </a:xfrm>
        </p:grpSpPr>
        <p:grpSp>
          <p:nvGrpSpPr>
            <p:cNvPr id="25" name="群組 66">
              <a:extLst>
                <a:ext uri="{FF2B5EF4-FFF2-40B4-BE49-F238E27FC236}">
                  <a16:creationId xmlns="" xmlns:a16="http://schemas.microsoft.com/office/drawing/2014/main" id="{4A866FDC-5EED-82D3-81C9-1ABE60D30C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16327" cy="6858000"/>
              <a:chOff x="0" y="0"/>
              <a:chExt cx="2216327" cy="6858000"/>
            </a:xfrm>
          </p:grpSpPr>
          <p:sp>
            <p:nvSpPr>
              <p:cNvPr id="27" name="矩形 70">
                <a:extLst>
                  <a:ext uri="{FF2B5EF4-FFF2-40B4-BE49-F238E27FC236}">
                    <a16:creationId xmlns="" xmlns:a16="http://schemas.microsoft.com/office/drawing/2014/main" id="{0F9F13CA-27FE-50FA-F349-18EC3B87B766}"/>
                  </a:ext>
                </a:extLst>
              </p:cNvPr>
              <p:cNvSpPr/>
              <p:nvPr/>
            </p:nvSpPr>
            <p:spPr>
              <a:xfrm>
                <a:off x="0" y="0"/>
                <a:ext cx="2216686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  <p:sp>
            <p:nvSpPr>
              <p:cNvPr id="28" name="矩形 72">
                <a:extLst>
                  <a:ext uri="{FF2B5EF4-FFF2-40B4-BE49-F238E27FC236}">
                    <a16:creationId xmlns="" xmlns:a16="http://schemas.microsoft.com/office/drawing/2014/main" id="{D1552085-0F2F-8F72-02BE-4E29C8CA026E}"/>
                  </a:ext>
                </a:extLst>
              </p:cNvPr>
              <p:cNvSpPr/>
              <p:nvPr/>
            </p:nvSpPr>
            <p:spPr>
              <a:xfrm>
                <a:off x="0" y="6270625"/>
                <a:ext cx="1443387" cy="9525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ea typeface="Malgun Gothic" panose="020B0503020000020004" pitchFamily="34" charset="-127"/>
                </a:endParaRPr>
              </a:p>
            </p:txBody>
          </p:sp>
        </p:grpSp>
        <p:sp>
          <p:nvSpPr>
            <p:cNvPr id="26" name="矩形 68">
              <a:extLst>
                <a:ext uri="{FF2B5EF4-FFF2-40B4-BE49-F238E27FC236}">
                  <a16:creationId xmlns="" xmlns:a16="http://schemas.microsoft.com/office/drawing/2014/main" id="{CFC3B22F-7A52-2810-55FD-1542CBCE2B18}"/>
                </a:ext>
              </a:extLst>
            </p:cNvPr>
            <p:cNvSpPr/>
            <p:nvPr/>
          </p:nvSpPr>
          <p:spPr bwMode="auto">
            <a:xfrm>
              <a:off x="1807012" y="555625"/>
              <a:ext cx="692318" cy="696913"/>
            </a:xfrm>
            <a:prstGeom prst="rect">
              <a:avLst/>
            </a:prstGeom>
            <a:noFill/>
            <a:ln>
              <a:solidFill>
                <a:schemeClr val="accent4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ea typeface="Malgun Gothic" panose="020B0503020000020004" pitchFamily="34" charset="-127"/>
              </a:endParaRPr>
            </a:p>
          </p:txBody>
        </p:sp>
      </p:grpSp>
      <p:pic>
        <p:nvPicPr>
          <p:cNvPr id="29" name="圖片 32">
            <a:extLst>
              <a:ext uri="{FF2B5EF4-FFF2-40B4-BE49-F238E27FC236}">
                <a16:creationId xmlns="" xmlns:a16="http://schemas.microsoft.com/office/drawing/2014/main" id="{A82C97FE-A468-F299-CF3B-8A103C735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文本框 30">
            <a:extLst>
              <a:ext uri="{FF2B5EF4-FFF2-40B4-BE49-F238E27FC236}">
                <a16:creationId xmlns="" xmlns:a16="http://schemas.microsoft.com/office/drawing/2014/main" id="{1127FE0B-6179-064B-9735-F17AAC9D298C}"/>
              </a:ext>
            </a:extLst>
          </p:cNvPr>
          <p:cNvSpPr txBox="1"/>
          <p:nvPr/>
        </p:nvSpPr>
        <p:spPr>
          <a:xfrm>
            <a:off x="5295074" y="251191"/>
            <a:ext cx="2418941" cy="5078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700">
                <a:solidFill>
                  <a:srgbClr val="113F67"/>
                </a:solidFill>
                <a:ea typeface="Malgun Gothic" panose="020B0503020000020004" pitchFamily="34" charset="-127"/>
              </a:rPr>
              <a:t>Agenda</a:t>
            </a:r>
            <a:endParaRPr lang="zh-TW" altLang="en-US" sz="2700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sp>
        <p:nvSpPr>
          <p:cNvPr id="31" name="文字方塊 71">
            <a:extLst>
              <a:ext uri="{FF2B5EF4-FFF2-40B4-BE49-F238E27FC236}">
                <a16:creationId xmlns="" xmlns:a16="http://schemas.microsoft.com/office/drawing/2014/main" id="{B64A4224-B4A7-CFB4-F14B-71DC66F9870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88319" y="2229644"/>
            <a:ext cx="432752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>
                <a:solidFill>
                  <a:schemeClr val="accent3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ELAN MICROELECTRONICS CORP.</a:t>
            </a:r>
            <a:endParaRPr lang="zh-TW" altLang="en-US">
              <a:solidFill>
                <a:schemeClr val="accent3">
                  <a:lumMod val="75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4" name="文字版面配置區 2"/>
          <p:cNvSpPr>
            <a:spLocks noGrp="1"/>
          </p:cNvSpPr>
          <p:nvPr>
            <p:ph type="body" sz="quarter" idx="10"/>
          </p:nvPr>
        </p:nvSpPr>
        <p:spPr>
          <a:xfrm>
            <a:off x="4296343" y="103438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5" name="文字版面配置區 2"/>
          <p:cNvSpPr>
            <a:spLocks noGrp="1"/>
          </p:cNvSpPr>
          <p:nvPr>
            <p:ph type="body" sz="quarter" idx="11"/>
          </p:nvPr>
        </p:nvSpPr>
        <p:spPr>
          <a:xfrm>
            <a:off x="4296343" y="181816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6" name="文字版面配置區 2"/>
          <p:cNvSpPr>
            <a:spLocks noGrp="1"/>
          </p:cNvSpPr>
          <p:nvPr>
            <p:ph type="body" sz="quarter" idx="12"/>
          </p:nvPr>
        </p:nvSpPr>
        <p:spPr>
          <a:xfrm>
            <a:off x="4296343" y="2601952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7" name="文字版面配置區 2"/>
          <p:cNvSpPr>
            <a:spLocks noGrp="1"/>
          </p:cNvSpPr>
          <p:nvPr>
            <p:ph type="body" sz="quarter" idx="13"/>
          </p:nvPr>
        </p:nvSpPr>
        <p:spPr>
          <a:xfrm>
            <a:off x="4296343" y="3385738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1" name="文字版面配置區 2"/>
          <p:cNvSpPr>
            <a:spLocks noGrp="1"/>
          </p:cNvSpPr>
          <p:nvPr>
            <p:ph type="body" sz="quarter" idx="14"/>
          </p:nvPr>
        </p:nvSpPr>
        <p:spPr>
          <a:xfrm>
            <a:off x="4296343" y="4169524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5" name="文字版面配置區 2"/>
          <p:cNvSpPr>
            <a:spLocks noGrp="1"/>
          </p:cNvSpPr>
          <p:nvPr>
            <p:ph type="body" sz="quarter" idx="15"/>
          </p:nvPr>
        </p:nvSpPr>
        <p:spPr>
          <a:xfrm>
            <a:off x="4296343" y="4953310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9" name="文字版面配置區 2"/>
          <p:cNvSpPr>
            <a:spLocks noGrp="1"/>
          </p:cNvSpPr>
          <p:nvPr>
            <p:ph type="body" sz="quarter" idx="16"/>
          </p:nvPr>
        </p:nvSpPr>
        <p:spPr>
          <a:xfrm>
            <a:off x="4296343" y="5737096"/>
            <a:ext cx="6578125" cy="4440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baseline="0">
                <a:solidFill>
                  <a:srgbClr val="113F67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868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Chapter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="" xmlns:a16="http://schemas.microsoft.com/office/drawing/2014/main" id="{EA4AA6AD-4439-90EF-7F50-4636C31039D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矩形 2">
              <a:extLst>
                <a:ext uri="{FF2B5EF4-FFF2-40B4-BE49-F238E27FC236}">
                  <a16:creationId xmlns="" xmlns:a16="http://schemas.microsoft.com/office/drawing/2014/main" id="{DEBA0A2C-2A15-1EA4-02B5-24C652A26F6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92A50226-FD77-42EB-78CB-E11A5EA0290E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1685A759-3CB7-6FA1-D6DF-ACB813CFA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3E5FC578-2069-7B79-4639-B6ACC5A62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群組 2">
            <a:extLst>
              <a:ext uri="{FF2B5EF4-FFF2-40B4-BE49-F238E27FC236}">
                <a16:creationId xmlns="" xmlns:a16="http://schemas.microsoft.com/office/drawing/2014/main" id="{5BEAAFD8-7A8E-9BDA-D9DA-9052F4664A1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-22975"/>
            <a:chExt cx="12192000" cy="6858000"/>
          </a:xfrm>
        </p:grpSpPr>
        <p:sp>
          <p:nvSpPr>
            <p:cNvPr id="9" name="矩形 3">
              <a:extLst>
                <a:ext uri="{FF2B5EF4-FFF2-40B4-BE49-F238E27FC236}">
                  <a16:creationId xmlns="" xmlns:a16="http://schemas.microsoft.com/office/drawing/2014/main" id="{661BF375-77F5-9600-4160-22C087AEBBB9}"/>
                </a:ext>
              </a:extLst>
            </p:cNvPr>
            <p:cNvSpPr/>
            <p:nvPr/>
          </p:nvSpPr>
          <p:spPr>
            <a:xfrm>
              <a:off x="0" y="-22975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1" name="矩形 4">
              <a:extLst>
                <a:ext uri="{FF2B5EF4-FFF2-40B4-BE49-F238E27FC236}">
                  <a16:creationId xmlns="" xmlns:a16="http://schemas.microsoft.com/office/drawing/2014/main" id="{AAF525FF-AF36-07A5-7E01-54EB2965720C}"/>
                </a:ext>
              </a:extLst>
            </p:cNvPr>
            <p:cNvSpPr/>
            <p:nvPr/>
          </p:nvSpPr>
          <p:spPr>
            <a:xfrm>
              <a:off x="519113" y="426288"/>
              <a:ext cx="11153775" cy="6005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12" name="圖片 5">
            <a:extLst>
              <a:ext uri="{FF2B5EF4-FFF2-40B4-BE49-F238E27FC236}">
                <a16:creationId xmlns="" xmlns:a16="http://schemas.microsoft.com/office/drawing/2014/main" id="{5C10FAE4-2648-8007-BA1D-EF430E8AA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7">
            <a:extLst>
              <a:ext uri="{FF2B5EF4-FFF2-40B4-BE49-F238E27FC236}">
                <a16:creationId xmlns="" xmlns:a16="http://schemas.microsoft.com/office/drawing/2014/main" id="{44F20D4A-DDA4-F4C3-4187-F189FAA4E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群組 2">
            <a:extLst>
              <a:ext uri="{FF2B5EF4-FFF2-40B4-BE49-F238E27FC236}">
                <a16:creationId xmlns="" xmlns:a16="http://schemas.microsoft.com/office/drawing/2014/main" id="{7CA5A1E5-F5A2-59F6-7CD0-6965FD97BDF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矩形 3">
              <a:extLst>
                <a:ext uri="{FF2B5EF4-FFF2-40B4-BE49-F238E27FC236}">
                  <a16:creationId xmlns="" xmlns:a16="http://schemas.microsoft.com/office/drawing/2014/main" id="{827EA394-54F7-ED7A-EEAD-5A83CBF8A73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6" name="矩形 4">
              <a:extLst>
                <a:ext uri="{FF2B5EF4-FFF2-40B4-BE49-F238E27FC236}">
                  <a16:creationId xmlns="" xmlns:a16="http://schemas.microsoft.com/office/drawing/2014/main" id="{D411A6EF-E7FD-6FAC-8662-D1AE49F735A7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17" name="圖片 5">
            <a:extLst>
              <a:ext uri="{FF2B5EF4-FFF2-40B4-BE49-F238E27FC236}">
                <a16:creationId xmlns="" xmlns:a16="http://schemas.microsoft.com/office/drawing/2014/main" id="{10E46E74-4B81-4B8C-CCA0-6BD9A86AD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7">
            <a:extLst>
              <a:ext uri="{FF2B5EF4-FFF2-40B4-BE49-F238E27FC236}">
                <a16:creationId xmlns="" xmlns:a16="http://schemas.microsoft.com/office/drawing/2014/main" id="{38EFDB4C-2481-CEAF-E8F9-568493353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群組 2">
            <a:extLst>
              <a:ext uri="{FF2B5EF4-FFF2-40B4-BE49-F238E27FC236}">
                <a16:creationId xmlns="" xmlns:a16="http://schemas.microsoft.com/office/drawing/2014/main" id="{976C5F33-4ECF-9362-6423-DA41B01AD49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0" name="矩形 3">
              <a:extLst>
                <a:ext uri="{FF2B5EF4-FFF2-40B4-BE49-F238E27FC236}">
                  <a16:creationId xmlns="" xmlns:a16="http://schemas.microsoft.com/office/drawing/2014/main" id="{5A36DB23-1D86-77C0-E62B-52A117AFB3A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1" name="矩形 4">
              <a:extLst>
                <a:ext uri="{FF2B5EF4-FFF2-40B4-BE49-F238E27FC236}">
                  <a16:creationId xmlns="" xmlns:a16="http://schemas.microsoft.com/office/drawing/2014/main" id="{45F485AA-C4A1-7DC1-BF94-D852DD45A9D1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22" name="圖片 5">
            <a:extLst>
              <a:ext uri="{FF2B5EF4-FFF2-40B4-BE49-F238E27FC236}">
                <a16:creationId xmlns="" xmlns:a16="http://schemas.microsoft.com/office/drawing/2014/main" id="{8AF661BB-3E2D-8BA5-1211-61B35BA72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圖片 7">
            <a:extLst>
              <a:ext uri="{FF2B5EF4-FFF2-40B4-BE49-F238E27FC236}">
                <a16:creationId xmlns="" xmlns:a16="http://schemas.microsoft.com/office/drawing/2014/main" id="{A2ECABFB-8233-8FE9-258C-79A0B7092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群組 2">
            <a:extLst>
              <a:ext uri="{FF2B5EF4-FFF2-40B4-BE49-F238E27FC236}">
                <a16:creationId xmlns="" xmlns:a16="http://schemas.microsoft.com/office/drawing/2014/main" id="{CC330A78-3B53-7ABC-A544-967DD12769D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-22975"/>
            <a:chExt cx="12192000" cy="6858000"/>
          </a:xfrm>
        </p:grpSpPr>
        <p:sp>
          <p:nvSpPr>
            <p:cNvPr id="25" name="矩形 3">
              <a:extLst>
                <a:ext uri="{FF2B5EF4-FFF2-40B4-BE49-F238E27FC236}">
                  <a16:creationId xmlns="" xmlns:a16="http://schemas.microsoft.com/office/drawing/2014/main" id="{961F85E9-CA0F-9AF9-7FF5-5D11F3A652DD}"/>
                </a:ext>
              </a:extLst>
            </p:cNvPr>
            <p:cNvSpPr/>
            <p:nvPr/>
          </p:nvSpPr>
          <p:spPr>
            <a:xfrm>
              <a:off x="0" y="-22975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6" name="矩形 4">
              <a:extLst>
                <a:ext uri="{FF2B5EF4-FFF2-40B4-BE49-F238E27FC236}">
                  <a16:creationId xmlns="" xmlns:a16="http://schemas.microsoft.com/office/drawing/2014/main" id="{6E056275-416E-D278-2992-6DDCCA04AE62}"/>
                </a:ext>
              </a:extLst>
            </p:cNvPr>
            <p:cNvSpPr/>
            <p:nvPr/>
          </p:nvSpPr>
          <p:spPr>
            <a:xfrm>
              <a:off x="519113" y="426288"/>
              <a:ext cx="11153775" cy="60055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27" name="圖片 5">
            <a:extLst>
              <a:ext uri="{FF2B5EF4-FFF2-40B4-BE49-F238E27FC236}">
                <a16:creationId xmlns="" xmlns:a16="http://schemas.microsoft.com/office/drawing/2014/main" id="{67978920-2A0F-C2ED-7670-5284DA2F8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59025"/>
            <a:ext cx="3109912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圖片 7">
            <a:extLst>
              <a:ext uri="{FF2B5EF4-FFF2-40B4-BE49-F238E27FC236}">
                <a16:creationId xmlns="" xmlns:a16="http://schemas.microsoft.com/office/drawing/2014/main" id="{6504F23E-9625-4FDF-2B38-9437DE9A3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群組 2">
            <a:extLst>
              <a:ext uri="{FF2B5EF4-FFF2-40B4-BE49-F238E27FC236}">
                <a16:creationId xmlns="" xmlns:a16="http://schemas.microsoft.com/office/drawing/2014/main" id="{EC19A3B9-8E04-B547-D7F8-4295B266F48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矩形 3">
              <a:extLst>
                <a:ext uri="{FF2B5EF4-FFF2-40B4-BE49-F238E27FC236}">
                  <a16:creationId xmlns="" xmlns:a16="http://schemas.microsoft.com/office/drawing/2014/main" id="{F239269E-941C-F87B-35A0-29B543EB7CBD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1" name="矩形 4">
              <a:extLst>
                <a:ext uri="{FF2B5EF4-FFF2-40B4-BE49-F238E27FC236}">
                  <a16:creationId xmlns="" xmlns:a16="http://schemas.microsoft.com/office/drawing/2014/main" id="{85A96CC0-05E3-108B-50F2-382DB92879D7}"/>
                </a:ext>
              </a:extLst>
            </p:cNvPr>
            <p:cNvSpPr/>
            <p:nvPr/>
          </p:nvSpPr>
          <p:spPr>
            <a:xfrm>
              <a:off x="519113" y="427038"/>
              <a:ext cx="11153775" cy="600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32" name="圖片 7">
            <a:extLst>
              <a:ext uri="{FF2B5EF4-FFF2-40B4-BE49-F238E27FC236}">
                <a16:creationId xmlns="" xmlns:a16="http://schemas.microsoft.com/office/drawing/2014/main" id="{971FD85E-D806-2AD2-6717-0EF8D4165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6175375"/>
            <a:ext cx="12403138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圖片 30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F634EA48-209C-7CBE-F562-53A9BBDB81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0" y="2090738"/>
            <a:ext cx="2617788" cy="200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版面配置區 12"/>
          <p:cNvSpPr>
            <a:spLocks noGrp="1"/>
          </p:cNvSpPr>
          <p:nvPr>
            <p:ph type="body" sz="quarter" idx="10"/>
          </p:nvPr>
        </p:nvSpPr>
        <p:spPr>
          <a:xfrm>
            <a:off x="4088880" y="2991516"/>
            <a:ext cx="7697848" cy="6186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文字版面配置區 9"/>
          <p:cNvSpPr>
            <a:spLocks noGrp="1"/>
          </p:cNvSpPr>
          <p:nvPr>
            <p:ph type="body" sz="quarter" idx="11"/>
          </p:nvPr>
        </p:nvSpPr>
        <p:spPr>
          <a:xfrm>
            <a:off x="4089400" y="3610139"/>
            <a:ext cx="6121400" cy="36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1225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Chapter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>
            <a:extLst>
              <a:ext uri="{FF2B5EF4-FFF2-40B4-BE49-F238E27FC236}">
                <a16:creationId xmlns="" xmlns:a16="http://schemas.microsoft.com/office/drawing/2014/main" id="{527912EF-C93A-CA4E-8EA2-556FE25C338A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3" name="手繪多邊形 17">
            <a:extLst>
              <a:ext uri="{FF2B5EF4-FFF2-40B4-BE49-F238E27FC236}">
                <a16:creationId xmlns="" xmlns:a16="http://schemas.microsoft.com/office/drawing/2014/main" id="{DC5BA123-C3DC-73B4-8CFE-C8266860DF69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4" name="手繪多邊形 19">
            <a:extLst>
              <a:ext uri="{FF2B5EF4-FFF2-40B4-BE49-F238E27FC236}">
                <a16:creationId xmlns="" xmlns:a16="http://schemas.microsoft.com/office/drawing/2014/main" id="{0A534B7C-A257-EE73-6788-7EF54602C757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6" name="群組 4">
            <a:extLst>
              <a:ext uri="{FF2B5EF4-FFF2-40B4-BE49-F238E27FC236}">
                <a16:creationId xmlns="" xmlns:a16="http://schemas.microsoft.com/office/drawing/2014/main" id="{631657A5-A72F-4CD2-7312-5B134EFDC294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7" name="手繪多邊形 21">
              <a:extLst>
                <a:ext uri="{FF2B5EF4-FFF2-40B4-BE49-F238E27FC236}">
                  <a16:creationId xmlns="" xmlns:a16="http://schemas.microsoft.com/office/drawing/2014/main" id="{0724A672-C9CB-91F5-1034-9DE42A2CF6E5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8" name="手繪多邊形 22">
              <a:extLst>
                <a:ext uri="{FF2B5EF4-FFF2-40B4-BE49-F238E27FC236}">
                  <a16:creationId xmlns="" xmlns:a16="http://schemas.microsoft.com/office/drawing/2014/main" id="{AD182F6B-1F95-518B-C463-ACBAF25E2D45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9" name="图文框 1">
            <a:extLst>
              <a:ext uri="{FF2B5EF4-FFF2-40B4-BE49-F238E27FC236}">
                <a16:creationId xmlns="" xmlns:a16="http://schemas.microsoft.com/office/drawing/2014/main" id="{88183CC9-F834-D1DE-6726-974E172A2CC7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10" name="手繪多邊形 65">
            <a:extLst>
              <a:ext uri="{FF2B5EF4-FFF2-40B4-BE49-F238E27FC236}">
                <a16:creationId xmlns="" xmlns:a16="http://schemas.microsoft.com/office/drawing/2014/main" id="{A861B994-3612-16D0-1C6A-EAFEEC396E6C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1" name="手繪多邊形 68">
            <a:extLst>
              <a:ext uri="{FF2B5EF4-FFF2-40B4-BE49-F238E27FC236}">
                <a16:creationId xmlns="" xmlns:a16="http://schemas.microsoft.com/office/drawing/2014/main" id="{002B050F-461F-6395-9D77-11CE62EE7EFD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2" name="群組 71">
            <a:extLst>
              <a:ext uri="{FF2B5EF4-FFF2-40B4-BE49-F238E27FC236}">
                <a16:creationId xmlns="" xmlns:a16="http://schemas.microsoft.com/office/drawing/2014/main" id="{FC8089E1-B588-87A3-88F6-7D64BE462800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13" name="手繪多邊形 69">
              <a:extLst>
                <a:ext uri="{FF2B5EF4-FFF2-40B4-BE49-F238E27FC236}">
                  <a16:creationId xmlns="" xmlns:a16="http://schemas.microsoft.com/office/drawing/2014/main" id="{2F250F0C-7EF4-8697-0B2C-3DD6B628E0F6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4" name="手繪多邊形 70">
              <a:extLst>
                <a:ext uri="{FF2B5EF4-FFF2-40B4-BE49-F238E27FC236}">
                  <a16:creationId xmlns="" xmlns:a16="http://schemas.microsoft.com/office/drawing/2014/main" id="{DC851604-0B85-4CEE-1835-26B9D447E307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15" name="图文框 1">
            <a:extLst>
              <a:ext uri="{FF2B5EF4-FFF2-40B4-BE49-F238E27FC236}">
                <a16:creationId xmlns="" xmlns:a16="http://schemas.microsoft.com/office/drawing/2014/main" id="{077B7C53-2224-269C-2CC4-F39424C9734A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16" name="手繪多邊形 17">
            <a:extLst>
              <a:ext uri="{FF2B5EF4-FFF2-40B4-BE49-F238E27FC236}">
                <a16:creationId xmlns="" xmlns:a16="http://schemas.microsoft.com/office/drawing/2014/main" id="{EBF6484E-517F-8F11-9671-EA35FBA4E598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7" name="群組 19">
            <a:extLst>
              <a:ext uri="{FF2B5EF4-FFF2-40B4-BE49-F238E27FC236}">
                <a16:creationId xmlns="" xmlns:a16="http://schemas.microsoft.com/office/drawing/2014/main" id="{D33E27D7-7FD0-E5C1-A193-7D6B9E09D7AD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18" name="手繪多邊形 20">
              <a:extLst>
                <a:ext uri="{FF2B5EF4-FFF2-40B4-BE49-F238E27FC236}">
                  <a16:creationId xmlns="" xmlns:a16="http://schemas.microsoft.com/office/drawing/2014/main" id="{C500B2F3-F078-B9C7-0026-A165C8DC7438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0" name="手繪多邊形 21">
              <a:extLst>
                <a:ext uri="{FF2B5EF4-FFF2-40B4-BE49-F238E27FC236}">
                  <a16:creationId xmlns="" xmlns:a16="http://schemas.microsoft.com/office/drawing/2014/main" id="{C19D022D-56D7-F8D3-81F6-3C3CDF2ACFF8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21" name="手繪多邊形 22">
            <a:extLst>
              <a:ext uri="{FF2B5EF4-FFF2-40B4-BE49-F238E27FC236}">
                <a16:creationId xmlns="" xmlns:a16="http://schemas.microsoft.com/office/drawing/2014/main" id="{B00AA7DF-564F-22AA-FC9E-44062B777526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2" name="图文框 1">
            <a:extLst>
              <a:ext uri="{FF2B5EF4-FFF2-40B4-BE49-F238E27FC236}">
                <a16:creationId xmlns="" xmlns:a16="http://schemas.microsoft.com/office/drawing/2014/main" id="{625439C2-BBC0-25C2-9849-EBE229959280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5AA8BA"/>
          </a:solidFill>
          <a:ln>
            <a:solidFill>
              <a:srgbClr val="5AA8B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23" name="手繪多邊形 17">
            <a:extLst>
              <a:ext uri="{FF2B5EF4-FFF2-40B4-BE49-F238E27FC236}">
                <a16:creationId xmlns="" xmlns:a16="http://schemas.microsoft.com/office/drawing/2014/main" id="{00305872-8FF0-2011-2039-52711ECF22CA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4" name="手繪多邊形 19">
            <a:extLst>
              <a:ext uri="{FF2B5EF4-FFF2-40B4-BE49-F238E27FC236}">
                <a16:creationId xmlns="" xmlns:a16="http://schemas.microsoft.com/office/drawing/2014/main" id="{F772F013-0931-1DA2-A2DA-8594988400E9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5" name="群組 20">
            <a:extLst>
              <a:ext uri="{FF2B5EF4-FFF2-40B4-BE49-F238E27FC236}">
                <a16:creationId xmlns="" xmlns:a16="http://schemas.microsoft.com/office/drawing/2014/main" id="{329173E4-A86F-2373-77CB-9C5F0804FA42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26" name="手繪多邊形 21">
              <a:extLst>
                <a:ext uri="{FF2B5EF4-FFF2-40B4-BE49-F238E27FC236}">
                  <a16:creationId xmlns="" xmlns:a16="http://schemas.microsoft.com/office/drawing/2014/main" id="{7CD8F69B-8D9E-4A87-F31C-94EFD458850B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7" name="手繪多邊形 22">
              <a:extLst>
                <a:ext uri="{FF2B5EF4-FFF2-40B4-BE49-F238E27FC236}">
                  <a16:creationId xmlns="" xmlns:a16="http://schemas.microsoft.com/office/drawing/2014/main" id="{2AFB8C42-784F-21C8-B9FC-C53470060FD4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28" name="图文框 1">
            <a:extLst>
              <a:ext uri="{FF2B5EF4-FFF2-40B4-BE49-F238E27FC236}">
                <a16:creationId xmlns="" xmlns:a16="http://schemas.microsoft.com/office/drawing/2014/main" id="{A153523C-48D5-42E0-4F22-1ADFDF2DD93E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3E8494"/>
          </a:solidFill>
          <a:ln>
            <a:solidFill>
              <a:srgbClr val="3E849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29" name="手繪多邊形 65">
            <a:extLst>
              <a:ext uri="{FF2B5EF4-FFF2-40B4-BE49-F238E27FC236}">
                <a16:creationId xmlns="" xmlns:a16="http://schemas.microsoft.com/office/drawing/2014/main" id="{0BDBDD8B-4510-DB8F-93AC-06A643E9A242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0" name="手繪多邊形 68">
            <a:extLst>
              <a:ext uri="{FF2B5EF4-FFF2-40B4-BE49-F238E27FC236}">
                <a16:creationId xmlns="" xmlns:a16="http://schemas.microsoft.com/office/drawing/2014/main" id="{D1367BBC-1C47-1807-6E3A-FB31D4258CDE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1" name="群組 71">
            <a:extLst>
              <a:ext uri="{FF2B5EF4-FFF2-40B4-BE49-F238E27FC236}">
                <a16:creationId xmlns="" xmlns:a16="http://schemas.microsoft.com/office/drawing/2014/main" id="{A6C9D5C9-8052-84C7-D966-23A8A4A06452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32" name="手繪多邊形 69">
              <a:extLst>
                <a:ext uri="{FF2B5EF4-FFF2-40B4-BE49-F238E27FC236}">
                  <a16:creationId xmlns="" xmlns:a16="http://schemas.microsoft.com/office/drawing/2014/main" id="{AF08330A-E461-4715-4A2B-B08C1558284B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3" name="手繪多邊形 70">
              <a:extLst>
                <a:ext uri="{FF2B5EF4-FFF2-40B4-BE49-F238E27FC236}">
                  <a16:creationId xmlns="" xmlns:a16="http://schemas.microsoft.com/office/drawing/2014/main" id="{B2833CA2-EAB0-D33F-E5FE-FE5544A2A970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34" name="图文框 1">
            <a:extLst>
              <a:ext uri="{FF2B5EF4-FFF2-40B4-BE49-F238E27FC236}">
                <a16:creationId xmlns="" xmlns:a16="http://schemas.microsoft.com/office/drawing/2014/main" id="{6D2F4F95-8C30-7997-8B7F-A7790F5AC7E0}"/>
              </a:ext>
            </a:extLst>
          </p:cNvPr>
          <p:cNvSpPr>
            <a:spLocks noChangeAspect="1"/>
          </p:cNvSpPr>
          <p:nvPr/>
        </p:nvSpPr>
        <p:spPr>
          <a:xfrm rot="10800000" flipH="1" flipV="1">
            <a:off x="2384425" y="2916238"/>
            <a:ext cx="1068388" cy="1187450"/>
          </a:xfrm>
          <a:custGeom>
            <a:avLst/>
            <a:gdLst/>
            <a:ahLst/>
            <a:cxnLst/>
            <a:rect l="l" t="t" r="r" b="b"/>
            <a:pathLst>
              <a:path w="3600000" h="3960440">
                <a:moveTo>
                  <a:pt x="0" y="0"/>
                </a:moveTo>
                <a:lnTo>
                  <a:pt x="3600000" y="0"/>
                </a:lnTo>
                <a:lnTo>
                  <a:pt x="3600000" y="3960440"/>
                </a:lnTo>
                <a:lnTo>
                  <a:pt x="0" y="3960440"/>
                </a:lnTo>
                <a:lnTo>
                  <a:pt x="0" y="2988332"/>
                </a:lnTo>
                <a:lnTo>
                  <a:pt x="91440" y="2988332"/>
                </a:lnTo>
                <a:lnTo>
                  <a:pt x="91440" y="3869000"/>
                </a:lnTo>
                <a:lnTo>
                  <a:pt x="3508560" y="3869000"/>
                </a:lnTo>
                <a:lnTo>
                  <a:pt x="3508560" y="91440"/>
                </a:lnTo>
                <a:lnTo>
                  <a:pt x="91440" y="91440"/>
                </a:lnTo>
                <a:lnTo>
                  <a:pt x="91440" y="972108"/>
                </a:lnTo>
                <a:lnTo>
                  <a:pt x="0" y="972108"/>
                </a:lnTo>
                <a:close/>
              </a:path>
            </a:pathLst>
          </a:custGeom>
          <a:solidFill>
            <a:srgbClr val="5AA8BA"/>
          </a:solidFill>
          <a:ln>
            <a:solidFill>
              <a:srgbClr val="5AA8B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6598">
              <a:solidFill>
                <a:srgbClr val="226597"/>
              </a:solidFill>
            </a:endParaRPr>
          </a:p>
        </p:txBody>
      </p:sp>
      <p:sp>
        <p:nvSpPr>
          <p:cNvPr id="35" name="手繪多邊形 17">
            <a:extLst>
              <a:ext uri="{FF2B5EF4-FFF2-40B4-BE49-F238E27FC236}">
                <a16:creationId xmlns="" xmlns:a16="http://schemas.microsoft.com/office/drawing/2014/main" id="{FC717D25-A366-855A-4F9E-7BC5117654A5}"/>
              </a:ext>
            </a:extLst>
          </p:cNvPr>
          <p:cNvSpPr/>
          <p:nvPr/>
        </p:nvSpPr>
        <p:spPr>
          <a:xfrm>
            <a:off x="53975" y="0"/>
            <a:ext cx="1274763" cy="446088"/>
          </a:xfrm>
          <a:custGeom>
            <a:avLst/>
            <a:gdLst>
              <a:gd name="connsiteX0" fmla="*/ 1057517 w 1273417"/>
              <a:gd name="connsiteY0" fmla="*/ 0 h 446395"/>
              <a:gd name="connsiteX1" fmla="*/ 1273417 w 1273417"/>
              <a:gd name="connsiteY1" fmla="*/ 0 h 446395"/>
              <a:gd name="connsiteX2" fmla="*/ 215900 w 1273417"/>
              <a:gd name="connsiteY2" fmla="*/ 446395 h 446395"/>
              <a:gd name="connsiteX3" fmla="*/ 0 w 1273417"/>
              <a:gd name="connsiteY3" fmla="*/ 446395 h 4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3417" h="446395">
                <a:moveTo>
                  <a:pt x="1057517" y="0"/>
                </a:moveTo>
                <a:lnTo>
                  <a:pt x="1273417" y="0"/>
                </a:lnTo>
                <a:lnTo>
                  <a:pt x="215900" y="446395"/>
                </a:lnTo>
                <a:lnTo>
                  <a:pt x="0" y="446395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6" name="手繪多邊形 19">
            <a:extLst>
              <a:ext uri="{FF2B5EF4-FFF2-40B4-BE49-F238E27FC236}">
                <a16:creationId xmlns="" xmlns:a16="http://schemas.microsoft.com/office/drawing/2014/main" id="{AA7C4126-D610-0827-6173-2D31A8540352}"/>
              </a:ext>
            </a:extLst>
          </p:cNvPr>
          <p:cNvSpPr/>
          <p:nvPr/>
        </p:nvSpPr>
        <p:spPr>
          <a:xfrm>
            <a:off x="95250" y="0"/>
            <a:ext cx="598488" cy="161925"/>
          </a:xfrm>
          <a:custGeom>
            <a:avLst/>
            <a:gdLst>
              <a:gd name="connsiteX0" fmla="*/ 382613 w 598512"/>
              <a:gd name="connsiteY0" fmla="*/ 0 h 161507"/>
              <a:gd name="connsiteX1" fmla="*/ 598512 w 598512"/>
              <a:gd name="connsiteY1" fmla="*/ 0 h 161507"/>
              <a:gd name="connsiteX2" fmla="*/ 215899 w 598512"/>
              <a:gd name="connsiteY2" fmla="*/ 161507 h 161507"/>
              <a:gd name="connsiteX3" fmla="*/ 0 w 598512"/>
              <a:gd name="connsiteY3" fmla="*/ 161507 h 161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12" h="161507">
                <a:moveTo>
                  <a:pt x="382613" y="0"/>
                </a:moveTo>
                <a:lnTo>
                  <a:pt x="598512" y="0"/>
                </a:lnTo>
                <a:lnTo>
                  <a:pt x="215899" y="161507"/>
                </a:lnTo>
                <a:lnTo>
                  <a:pt x="0" y="161507"/>
                </a:lnTo>
                <a:close/>
              </a:path>
            </a:pathLst>
          </a:custGeom>
          <a:solidFill>
            <a:srgbClr val="E9F8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7" name="群組 20">
            <a:extLst>
              <a:ext uri="{FF2B5EF4-FFF2-40B4-BE49-F238E27FC236}">
                <a16:creationId xmlns="" xmlns:a16="http://schemas.microsoft.com/office/drawing/2014/main" id="{50C045F1-E6CE-29CE-DFD2-511847BD46F7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10918825" y="6411913"/>
            <a:ext cx="1273175" cy="446087"/>
            <a:chOff x="11037333" y="5969638"/>
            <a:chExt cx="1273417" cy="446395"/>
          </a:xfrm>
        </p:grpSpPr>
        <p:sp>
          <p:nvSpPr>
            <p:cNvPr id="38" name="手繪多邊形 21">
              <a:extLst>
                <a:ext uri="{FF2B5EF4-FFF2-40B4-BE49-F238E27FC236}">
                  <a16:creationId xmlns="" xmlns:a16="http://schemas.microsoft.com/office/drawing/2014/main" id="{5324D20E-3B36-4120-9CD1-900A7C04694E}"/>
                </a:ext>
              </a:extLst>
            </p:cNvPr>
            <p:cNvSpPr/>
            <p:nvPr/>
          </p:nvSpPr>
          <p:spPr>
            <a:xfrm>
              <a:off x="11037333" y="5969638"/>
              <a:ext cx="1273417" cy="446395"/>
            </a:xfrm>
            <a:custGeom>
              <a:avLst/>
              <a:gdLst>
                <a:gd name="connsiteX0" fmla="*/ 1057517 w 1273417"/>
                <a:gd name="connsiteY0" fmla="*/ 0 h 446395"/>
                <a:gd name="connsiteX1" fmla="*/ 1273417 w 1273417"/>
                <a:gd name="connsiteY1" fmla="*/ 0 h 446395"/>
                <a:gd name="connsiteX2" fmla="*/ 215900 w 1273417"/>
                <a:gd name="connsiteY2" fmla="*/ 446395 h 446395"/>
                <a:gd name="connsiteX3" fmla="*/ 0 w 1273417"/>
                <a:gd name="connsiteY3" fmla="*/ 446395 h 446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417" h="446395">
                  <a:moveTo>
                    <a:pt x="1057517" y="0"/>
                  </a:moveTo>
                  <a:lnTo>
                    <a:pt x="1273417" y="0"/>
                  </a:lnTo>
                  <a:lnTo>
                    <a:pt x="215900" y="446395"/>
                  </a:lnTo>
                  <a:lnTo>
                    <a:pt x="0" y="446395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39" name="手繪多邊形 22">
              <a:extLst>
                <a:ext uri="{FF2B5EF4-FFF2-40B4-BE49-F238E27FC236}">
                  <a16:creationId xmlns="" xmlns:a16="http://schemas.microsoft.com/office/drawing/2014/main" id="{7074D6D5-FCEA-CEC3-7E54-0EF3BE8E60FA}"/>
                </a:ext>
              </a:extLst>
            </p:cNvPr>
            <p:cNvSpPr/>
            <p:nvPr/>
          </p:nvSpPr>
          <p:spPr>
            <a:xfrm>
              <a:off x="11077028" y="5969638"/>
              <a:ext cx="598602" cy="162037"/>
            </a:xfrm>
            <a:custGeom>
              <a:avLst/>
              <a:gdLst>
                <a:gd name="connsiteX0" fmla="*/ 382613 w 598512"/>
                <a:gd name="connsiteY0" fmla="*/ 0 h 161507"/>
                <a:gd name="connsiteX1" fmla="*/ 598512 w 598512"/>
                <a:gd name="connsiteY1" fmla="*/ 0 h 161507"/>
                <a:gd name="connsiteX2" fmla="*/ 215899 w 598512"/>
                <a:gd name="connsiteY2" fmla="*/ 161507 h 161507"/>
                <a:gd name="connsiteX3" fmla="*/ 0 w 598512"/>
                <a:gd name="connsiteY3" fmla="*/ 161507 h 16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512" h="161507">
                  <a:moveTo>
                    <a:pt x="382613" y="0"/>
                  </a:moveTo>
                  <a:lnTo>
                    <a:pt x="598512" y="0"/>
                  </a:lnTo>
                  <a:lnTo>
                    <a:pt x="215899" y="161507"/>
                  </a:lnTo>
                  <a:lnTo>
                    <a:pt x="0" y="161507"/>
                  </a:lnTo>
                  <a:close/>
                </a:path>
              </a:pathLst>
            </a:custGeom>
            <a:solidFill>
              <a:srgbClr val="E9F8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pic>
        <p:nvPicPr>
          <p:cNvPr id="40" name="圖片 37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60914BB4-2A19-778D-0AE9-712907B96D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3051175"/>
            <a:ext cx="11969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版面配置區 71"/>
          <p:cNvSpPr>
            <a:spLocks noGrp="1"/>
          </p:cNvSpPr>
          <p:nvPr>
            <p:ph type="body" sz="quarter" idx="10"/>
          </p:nvPr>
        </p:nvSpPr>
        <p:spPr>
          <a:xfrm>
            <a:off x="3808577" y="3241171"/>
            <a:ext cx="6597650" cy="5374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3600" baseline="0">
                <a:solidFill>
                  <a:srgbClr val="3E8494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1"/>
          </p:nvPr>
        </p:nvSpPr>
        <p:spPr>
          <a:xfrm>
            <a:off x="3808577" y="3778666"/>
            <a:ext cx="4467061" cy="320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5AA8BA"/>
                </a:solidFill>
                <a:latin typeface="+mj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094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C3697611-7A24-5817-D6A2-AFBAB36AD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6">
            <a:extLst>
              <a:ext uri="{FF2B5EF4-FFF2-40B4-BE49-F238E27FC236}">
                <a16:creationId xmlns="" xmlns:a16="http://schemas.microsoft.com/office/drawing/2014/main" id="{A247811D-37F4-4B94-D3ED-1741055DD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群組 8">
            <a:extLst>
              <a:ext uri="{FF2B5EF4-FFF2-40B4-BE49-F238E27FC236}">
                <a16:creationId xmlns="" xmlns:a16="http://schemas.microsoft.com/office/drawing/2014/main" id="{FB05D008-D3FA-9F6E-F8BC-30649AB79BC3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" name="矩形 9">
              <a:extLst>
                <a:ext uri="{FF2B5EF4-FFF2-40B4-BE49-F238E27FC236}">
                  <a16:creationId xmlns="" xmlns:a16="http://schemas.microsoft.com/office/drawing/2014/main" id="{C794DD9A-3073-1326-A3F0-8C37E4DD0975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10">
              <a:extLst>
                <a:ext uri="{FF2B5EF4-FFF2-40B4-BE49-F238E27FC236}">
                  <a16:creationId xmlns="" xmlns:a16="http://schemas.microsoft.com/office/drawing/2014/main" id="{22949932-30CB-8350-A6B3-CCBD154AC79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92558F4A-B902-71F5-1EDE-39FA3B312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6">
            <a:extLst>
              <a:ext uri="{FF2B5EF4-FFF2-40B4-BE49-F238E27FC236}">
                <a16:creationId xmlns="" xmlns:a16="http://schemas.microsoft.com/office/drawing/2014/main" id="{73D16886-4EEE-ABBF-8926-09235102B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6">
            <a:extLst>
              <a:ext uri="{FF2B5EF4-FFF2-40B4-BE49-F238E27FC236}">
                <a16:creationId xmlns="" xmlns:a16="http://schemas.microsoft.com/office/drawing/2014/main" id="{243ACEEE-DEDD-E5F8-82F8-9A66D2A0E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6">
            <a:extLst>
              <a:ext uri="{FF2B5EF4-FFF2-40B4-BE49-F238E27FC236}">
                <a16:creationId xmlns="" xmlns:a16="http://schemas.microsoft.com/office/drawing/2014/main" id="{02FC67C6-1C34-8A3B-F8C7-952F5645C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07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907989B4-20BC-2C7E-61BA-530FD4F7C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群組 8">
            <a:extLst>
              <a:ext uri="{FF2B5EF4-FFF2-40B4-BE49-F238E27FC236}">
                <a16:creationId xmlns="" xmlns:a16="http://schemas.microsoft.com/office/drawing/2014/main" id="{8B7080D1-243C-06B6-AA2D-5F0DFA97E789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4" name="矩形 9">
              <a:extLst>
                <a:ext uri="{FF2B5EF4-FFF2-40B4-BE49-F238E27FC236}">
                  <a16:creationId xmlns="" xmlns:a16="http://schemas.microsoft.com/office/drawing/2014/main" id="{2D7EC743-E566-59F1-C751-C9A86BB0A8AF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10">
              <a:extLst>
                <a:ext uri="{FF2B5EF4-FFF2-40B4-BE49-F238E27FC236}">
                  <a16:creationId xmlns="" xmlns:a16="http://schemas.microsoft.com/office/drawing/2014/main" id="{B73002AD-FF1C-504C-89C1-6D05CABD3E2D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6" name="圖片 10">
            <a:extLst>
              <a:ext uri="{FF2B5EF4-FFF2-40B4-BE49-F238E27FC236}">
                <a16:creationId xmlns="" xmlns:a16="http://schemas.microsoft.com/office/drawing/2014/main" id="{7812C6C9-D458-D133-0861-E8C27A14A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10">
            <a:extLst>
              <a:ext uri="{FF2B5EF4-FFF2-40B4-BE49-F238E27FC236}">
                <a16:creationId xmlns="" xmlns:a16="http://schemas.microsoft.com/office/drawing/2014/main" id="{3F5E6A97-93D0-7966-DB70-D682F0119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10">
            <a:extLst>
              <a:ext uri="{FF2B5EF4-FFF2-40B4-BE49-F238E27FC236}">
                <a16:creationId xmlns="" xmlns:a16="http://schemas.microsoft.com/office/drawing/2014/main" id="{90EAB060-B9ED-8E34-8DD1-1FA7CB12B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10">
            <a:extLst>
              <a:ext uri="{FF2B5EF4-FFF2-40B4-BE49-F238E27FC236}">
                <a16:creationId xmlns="" xmlns:a16="http://schemas.microsoft.com/office/drawing/2014/main" id="{C8BF32CE-0D38-A987-9D58-97502BF61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10">
            <a:extLst>
              <a:ext uri="{FF2B5EF4-FFF2-40B4-BE49-F238E27FC236}">
                <a16:creationId xmlns="" xmlns:a16="http://schemas.microsoft.com/office/drawing/2014/main" id="{64D7F9F2-02CA-2BE8-E410-7A26A3E4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1242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opic-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="" xmlns:a16="http://schemas.microsoft.com/office/drawing/2014/main" id="{F68EA121-AF54-493F-A79D-9D5C78F38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群組 63">
            <a:extLst>
              <a:ext uri="{FF2B5EF4-FFF2-40B4-BE49-F238E27FC236}">
                <a16:creationId xmlns="" xmlns:a16="http://schemas.microsoft.com/office/drawing/2014/main" id="{6DA5583A-5171-8E60-5326-7DEFEE87730A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" name="矩形 64">
              <a:extLst>
                <a:ext uri="{FF2B5EF4-FFF2-40B4-BE49-F238E27FC236}">
                  <a16:creationId xmlns="" xmlns:a16="http://schemas.microsoft.com/office/drawing/2014/main" id="{8F439CFE-A010-0707-201A-BB184ABA7377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65">
              <a:extLst>
                <a:ext uri="{FF2B5EF4-FFF2-40B4-BE49-F238E27FC236}">
                  <a16:creationId xmlns="" xmlns:a16="http://schemas.microsoft.com/office/drawing/2014/main" id="{55912B5D-4F12-89C8-49B4-9D07326683F6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pic>
        <p:nvPicPr>
          <p:cNvPr id="7" name="圖片 5">
            <a:extLst>
              <a:ext uri="{FF2B5EF4-FFF2-40B4-BE49-F238E27FC236}">
                <a16:creationId xmlns="" xmlns:a16="http://schemas.microsoft.com/office/drawing/2014/main" id="{9E83BFA8-CF4D-F200-8031-215B75A5B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6">
            <a:extLst>
              <a:ext uri="{FF2B5EF4-FFF2-40B4-BE49-F238E27FC236}">
                <a16:creationId xmlns="" xmlns:a16="http://schemas.microsoft.com/office/drawing/2014/main" id="{F4A3ECF2-B56D-78B5-3D0E-8E2F3FC16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6">
            <a:extLst>
              <a:ext uri="{FF2B5EF4-FFF2-40B4-BE49-F238E27FC236}">
                <a16:creationId xmlns="" xmlns:a16="http://schemas.microsoft.com/office/drawing/2014/main" id="{A3B39D9A-5651-3247-BBAE-1DC317ABF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6">
            <a:extLst>
              <a:ext uri="{FF2B5EF4-FFF2-40B4-BE49-F238E27FC236}">
                <a16:creationId xmlns="" xmlns:a16="http://schemas.microsoft.com/office/drawing/2014/main" id="{70BF54DE-BD44-80B8-498C-07DB6075C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圖片 6">
            <a:extLst>
              <a:ext uri="{FF2B5EF4-FFF2-40B4-BE49-F238E27FC236}">
                <a16:creationId xmlns="" xmlns:a16="http://schemas.microsoft.com/office/drawing/2014/main" id="{4FA2989A-72E9-8757-4585-F2EF62BD4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93712" y="6422577"/>
            <a:ext cx="3728663" cy="29686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519496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x - 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0CCCEFC1-DF85-9D05-C5EA-104EF7A41EBB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835C3CB-11C2-DCCD-4A20-F722592D5277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CC9E3524-A094-A619-4C1C-C5450397E5F5}"/>
                </a:ext>
              </a:extLst>
            </p:cNvPr>
            <p:cNvSpPr/>
            <p:nvPr/>
          </p:nvSpPr>
          <p:spPr>
            <a:xfrm>
              <a:off x="7962327" y="1594256"/>
              <a:ext cx="204625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D03A7F26-0FB4-6409-0F56-17FDB187B3FC}"/>
                </a:ext>
              </a:extLst>
            </p:cNvPr>
            <p:cNvSpPr/>
            <p:nvPr/>
          </p:nvSpPr>
          <p:spPr>
            <a:xfrm>
              <a:off x="10013348" y="1594256"/>
              <a:ext cx="1746225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A6AA7DF6-C6D3-BF29-8466-79ACCAEF244A}"/>
                </a:ext>
              </a:extLst>
            </p:cNvPr>
            <p:cNvSpPr/>
            <p:nvPr/>
          </p:nvSpPr>
          <p:spPr>
            <a:xfrm>
              <a:off x="5936705" y="1594256"/>
              <a:ext cx="2031971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44643ECE-23F2-392E-684B-B96CF932DBD3}"/>
                </a:ext>
              </a:extLst>
            </p:cNvPr>
            <p:cNvSpPr/>
            <p:nvPr/>
          </p:nvSpPr>
          <p:spPr>
            <a:xfrm>
              <a:off x="3898384" y="1594256"/>
              <a:ext cx="2043084" cy="51098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19F5D753-DC33-040E-A746-9E1D6CE499CC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A9ED92D5-CB0C-5B72-3699-CA6C31BCAA34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490987CB-5F41-B139-F232-1A4DEAF5B64F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1ACBEF89-3A4A-0C67-DC00-D0F178A432F8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12" name="群組 11">
            <a:extLst>
              <a:ext uri="{FF2B5EF4-FFF2-40B4-BE49-F238E27FC236}">
                <a16:creationId xmlns="" xmlns:a16="http://schemas.microsoft.com/office/drawing/2014/main" id="{A3346358-340A-1AC3-2F69-EBB4610E669B}"/>
              </a:ext>
            </a:extLst>
          </p:cNvPr>
          <p:cNvGrpSpPr/>
          <p:nvPr/>
        </p:nvGrpSpPr>
        <p:grpSpPr>
          <a:xfrm>
            <a:off x="4417687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3" name="橢圓 12">
              <a:extLst>
                <a:ext uri="{FF2B5EF4-FFF2-40B4-BE49-F238E27FC236}">
                  <a16:creationId xmlns="" xmlns:a16="http://schemas.microsoft.com/office/drawing/2014/main" id="{D9193B72-A414-2BEF-94CA-BF2856321BB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="" xmlns:a16="http://schemas.microsoft.com/office/drawing/2014/main" id="{8C3DAA06-9D72-3714-9966-698AE8E4E7C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="" xmlns:a16="http://schemas.microsoft.com/office/drawing/2014/main" id="{4CE4C919-EA40-0AE9-4A57-B83B1B0DAC8B}"/>
              </a:ext>
            </a:extLst>
          </p:cNvPr>
          <p:cNvGrpSpPr/>
          <p:nvPr/>
        </p:nvGrpSpPr>
        <p:grpSpPr>
          <a:xfrm>
            <a:off x="6468868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6" name="橢圓 15">
              <a:extLst>
                <a:ext uri="{FF2B5EF4-FFF2-40B4-BE49-F238E27FC236}">
                  <a16:creationId xmlns="" xmlns:a16="http://schemas.microsoft.com/office/drawing/2014/main" id="{15DC3007-0C5D-CA72-1E39-3582035668AF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="" xmlns:a16="http://schemas.microsoft.com/office/drawing/2014/main" id="{45FC9636-C6DC-2EF3-51E5-41FCDAF5E335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="" xmlns:a16="http://schemas.microsoft.com/office/drawing/2014/main" id="{748C3E35-F1CE-D7B4-73E4-1780D51E42A3}"/>
              </a:ext>
            </a:extLst>
          </p:cNvPr>
          <p:cNvGrpSpPr/>
          <p:nvPr/>
        </p:nvGrpSpPr>
        <p:grpSpPr>
          <a:xfrm>
            <a:off x="8520049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9" name="橢圓 18">
              <a:extLst>
                <a:ext uri="{FF2B5EF4-FFF2-40B4-BE49-F238E27FC236}">
                  <a16:creationId xmlns="" xmlns:a16="http://schemas.microsoft.com/office/drawing/2014/main" id="{44C0F2DF-50AE-2DA2-F811-9D9E0F43D614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="" xmlns:a16="http://schemas.microsoft.com/office/drawing/2014/main" id="{51733025-FB01-C313-760F-F45A0DC02521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="" xmlns:a16="http://schemas.microsoft.com/office/drawing/2014/main" id="{FE9BC1E7-70F0-7953-F7AA-54C155720FB1}"/>
              </a:ext>
            </a:extLst>
          </p:cNvPr>
          <p:cNvGrpSpPr/>
          <p:nvPr/>
        </p:nvGrpSpPr>
        <p:grpSpPr>
          <a:xfrm>
            <a:off x="10571231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22" name="橢圓 21">
              <a:extLst>
                <a:ext uri="{FF2B5EF4-FFF2-40B4-BE49-F238E27FC236}">
                  <a16:creationId xmlns="" xmlns:a16="http://schemas.microsoft.com/office/drawing/2014/main" id="{F6D50A05-F26C-7090-505F-C39EE727BD2A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="" xmlns:a16="http://schemas.microsoft.com/office/drawing/2014/main" id="{2A28EF99-F597-739C-673A-48C2FF5F42E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24" name="圓角矩形 29">
            <a:extLst>
              <a:ext uri="{FF2B5EF4-FFF2-40B4-BE49-F238E27FC236}">
                <a16:creationId xmlns="" xmlns:a16="http://schemas.microsoft.com/office/drawing/2014/main" id="{F55566C3-035D-1AAF-AFB7-2BA2E292AFBC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="" xmlns:a16="http://schemas.microsoft.com/office/drawing/2014/main" id="{CF3A6F0A-7933-3208-3ED5-B3794885D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" name="群組 25">
            <a:extLst>
              <a:ext uri="{FF2B5EF4-FFF2-40B4-BE49-F238E27FC236}">
                <a16:creationId xmlns="" xmlns:a16="http://schemas.microsoft.com/office/drawing/2014/main" id="{37B4149C-7D40-FEE8-CB77-55C8F0DB6AB5}"/>
              </a:ext>
            </a:extLst>
          </p:cNvPr>
          <p:cNvGrpSpPr>
            <a:grpSpLocks/>
          </p:cNvGrpSpPr>
          <p:nvPr/>
        </p:nvGrpSpPr>
        <p:grpSpPr bwMode="auto">
          <a:xfrm>
            <a:off x="8285163" y="6443663"/>
            <a:ext cx="3041650" cy="277812"/>
            <a:chOff x="8284945" y="6444037"/>
            <a:chExt cx="3042465" cy="276999"/>
          </a:xfrm>
        </p:grpSpPr>
        <p:grpSp>
          <p:nvGrpSpPr>
            <p:cNvPr id="27" name="群組 26">
              <a:extLst>
                <a:ext uri="{FF2B5EF4-FFF2-40B4-BE49-F238E27FC236}">
                  <a16:creationId xmlns="" xmlns:a16="http://schemas.microsoft.com/office/drawing/2014/main" id="{1BA79598-27DE-C9C0-7B12-BFFFFAD20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31626" y="6472747"/>
              <a:ext cx="2995784" cy="216269"/>
              <a:chOff x="8324734" y="6205760"/>
              <a:chExt cx="2995784" cy="216269"/>
            </a:xfrm>
          </p:grpSpPr>
          <p:sp>
            <p:nvSpPr>
              <p:cNvPr id="31" name="圓角矩形 86">
                <a:extLst>
                  <a:ext uri="{FF2B5EF4-FFF2-40B4-BE49-F238E27FC236}">
                    <a16:creationId xmlns="" xmlns:a16="http://schemas.microsoft.com/office/drawing/2014/main" id="{A8A33755-A07F-7A21-2395-02005EFFECEF}"/>
                  </a:ext>
                </a:extLst>
              </p:cNvPr>
              <p:cNvSpPr/>
              <p:nvPr/>
            </p:nvSpPr>
            <p:spPr>
              <a:xfrm>
                <a:off x="8324103" y="6205542"/>
                <a:ext cx="1011509" cy="216850"/>
              </a:xfrm>
              <a:prstGeom prst="roundRect">
                <a:avLst/>
              </a:prstGeom>
              <a:solidFill>
                <a:srgbClr val="1F5A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2" name="圓角矩形 87">
                <a:extLst>
                  <a:ext uri="{FF2B5EF4-FFF2-40B4-BE49-F238E27FC236}">
                    <a16:creationId xmlns="" xmlns:a16="http://schemas.microsoft.com/office/drawing/2014/main" id="{2213A3A9-0598-D1F1-FAE0-2C2F3E694D2B}"/>
                  </a:ext>
                </a:extLst>
              </p:cNvPr>
              <p:cNvSpPr/>
              <p:nvPr/>
            </p:nvSpPr>
            <p:spPr>
              <a:xfrm>
                <a:off x="9381661" y="6205542"/>
                <a:ext cx="946403" cy="216850"/>
              </a:xfrm>
              <a:prstGeom prst="roundRect">
                <a:avLst/>
              </a:prstGeom>
              <a:solidFill>
                <a:srgbClr val="FFCD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3" name="圓角矩形 88">
                <a:extLst>
                  <a:ext uri="{FF2B5EF4-FFF2-40B4-BE49-F238E27FC236}">
                    <a16:creationId xmlns="" xmlns:a16="http://schemas.microsoft.com/office/drawing/2014/main" id="{41391587-F7FB-FEF8-74EE-F096E9C6990B}"/>
                  </a:ext>
                </a:extLst>
              </p:cNvPr>
              <p:cNvSpPr/>
              <p:nvPr/>
            </p:nvSpPr>
            <p:spPr>
              <a:xfrm>
                <a:off x="10374115" y="6205542"/>
                <a:ext cx="946403" cy="216850"/>
              </a:xfrm>
              <a:prstGeom prst="roundRect">
                <a:avLst/>
              </a:prstGeom>
              <a:solidFill>
                <a:srgbClr val="FF61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28" name="文字方塊 27">
              <a:extLst>
                <a:ext uri="{FF2B5EF4-FFF2-40B4-BE49-F238E27FC236}">
                  <a16:creationId xmlns="" xmlns:a16="http://schemas.microsoft.com/office/drawing/2014/main" id="{CC12451F-B42B-1E04-217D-BFD2558AD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3317" y="6444037"/>
              <a:ext cx="952755" cy="26117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rgbClr val="174567"/>
                  </a:solidFill>
                  <a:ea typeface="Malgun Gothic" panose="020B0503020000020004" pitchFamily="34" charset="-127"/>
                </a:rPr>
                <a:t>Sampling</a:t>
              </a:r>
              <a:endParaRPr lang="zh-TW" altLang="en-US" sz="2000">
                <a:solidFill>
                  <a:srgbClr val="174567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="" xmlns:a16="http://schemas.microsoft.com/office/drawing/2014/main" id="{319CAC6B-AA84-3051-A12E-D61AF18AC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5297" y="6444037"/>
              <a:ext cx="932113" cy="2595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chemeClr val="bg1"/>
                  </a:solidFill>
                  <a:ea typeface="Malgun Gothic" panose="020B0503020000020004" pitchFamily="34" charset="-127"/>
                </a:rPr>
                <a:t>Concept</a:t>
              </a:r>
              <a:endParaRPr lang="zh-TW" altLang="en-US" sz="11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="" xmlns:a16="http://schemas.microsoft.com/office/drawing/2014/main" id="{B17B722F-404B-BFAA-D5CD-AC315D88C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4945" y="6444037"/>
              <a:ext cx="1235406" cy="27699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 sz="1200">
                  <a:solidFill>
                    <a:schemeClr val="bg1"/>
                  </a:solidFill>
                  <a:ea typeface="Malgun Gothic" panose="020B0503020000020004" pitchFamily="34" charset="-127"/>
                </a:rPr>
                <a:t>In Production</a:t>
              </a:r>
              <a:endParaRPr lang="zh-TW" altLang="en-US" sz="12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="" xmlns:a16="http://schemas.microsoft.com/office/drawing/2014/main" id="{A9F3AA70-B845-4FAC-9B40-34D66A5D251C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34">
              <a:extLst>
                <a:ext uri="{FF2B5EF4-FFF2-40B4-BE49-F238E27FC236}">
                  <a16:creationId xmlns="" xmlns:a16="http://schemas.microsoft.com/office/drawing/2014/main" id="{6935251B-E1CD-1249-CBAC-01A5ACB1077A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="" xmlns:a16="http://schemas.microsoft.com/office/drawing/2014/main" id="{5F9A9ABD-156F-EC96-7668-FB9579284B4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="" xmlns:a16="http://schemas.microsoft.com/office/drawing/2014/main" id="{54CDFB86-85C2-D1E9-E505-3DFB6B71CA4E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919163"/>
            <a:ext cx="1616075" cy="5842000"/>
            <a:chOff x="173040" y="919351"/>
            <a:chExt cx="1616584" cy="5842450"/>
          </a:xfrm>
        </p:grpSpPr>
        <p:sp>
          <p:nvSpPr>
            <p:cNvPr id="38" name="矩形 37">
              <a:extLst>
                <a:ext uri="{FF2B5EF4-FFF2-40B4-BE49-F238E27FC236}">
                  <a16:creationId xmlns="" xmlns:a16="http://schemas.microsoft.com/office/drawing/2014/main" id="{1A45A438-46C0-43F9-3AEC-03B422113E02}"/>
                </a:ext>
              </a:extLst>
            </p:cNvPr>
            <p:cNvSpPr/>
            <p:nvPr/>
          </p:nvSpPr>
          <p:spPr>
            <a:xfrm>
              <a:off x="180979" y="965392"/>
              <a:ext cx="1608645" cy="265133"/>
            </a:xfrm>
            <a:prstGeom prst="rect">
              <a:avLst/>
            </a:prstGeom>
            <a:solidFill>
              <a:srgbClr val="9CD3D3"/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="" xmlns:a16="http://schemas.microsoft.com/office/drawing/2014/main" id="{5F76707C-E1A8-96E1-0C59-78BC14F1D9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919351"/>
              <a:ext cx="1570531" cy="36991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0" name="直線接點 39">
              <a:extLst>
                <a:ext uri="{FF2B5EF4-FFF2-40B4-BE49-F238E27FC236}">
                  <a16:creationId xmlns="" xmlns:a16="http://schemas.microsoft.com/office/drawing/2014/main" id="{A4D83689-63E0-BEB5-9DD3-777EF5507D18}"/>
                </a:ext>
              </a:extLst>
            </p:cNvPr>
            <p:cNvCxnSpPr/>
            <p:nvPr/>
          </p:nvCxnSpPr>
          <p:spPr>
            <a:xfrm>
              <a:off x="180979" y="1081288"/>
              <a:ext cx="0" cy="5680513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群組 40">
            <a:extLst>
              <a:ext uri="{FF2B5EF4-FFF2-40B4-BE49-F238E27FC236}">
                <a16:creationId xmlns="" xmlns:a16="http://schemas.microsoft.com/office/drawing/2014/main" id="{09ED39AE-3F94-3278-E6D3-297366ADB6F4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65200"/>
            <a:ext cx="1608138" cy="5738813"/>
            <a:chOff x="3911331" y="965549"/>
            <a:chExt cx="1608988" cy="5738352"/>
          </a:xfrm>
        </p:grpSpPr>
        <p:sp>
          <p:nvSpPr>
            <p:cNvPr id="42" name="矩形 41">
              <a:extLst>
                <a:ext uri="{FF2B5EF4-FFF2-40B4-BE49-F238E27FC236}">
                  <a16:creationId xmlns="" xmlns:a16="http://schemas.microsoft.com/office/drawing/2014/main" id="{F1E960EB-EF17-BB9A-4174-0198051FEB94}"/>
                </a:ext>
              </a:extLst>
            </p:cNvPr>
            <p:cNvSpPr/>
            <p:nvPr/>
          </p:nvSpPr>
          <p:spPr>
            <a:xfrm>
              <a:off x="3911331" y="965549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="" xmlns:a16="http://schemas.microsoft.com/office/drawing/2014/main" id="{C7B42FA7-2365-4582-6EDE-0CE293BFC63A}"/>
                </a:ext>
              </a:extLst>
            </p:cNvPr>
            <p:cNvCxnSpPr/>
            <p:nvPr/>
          </p:nvCxnSpPr>
          <p:spPr>
            <a:xfrm>
              <a:off x="3911331" y="1233815"/>
              <a:ext cx="0" cy="5470086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群組 43">
            <a:extLst>
              <a:ext uri="{FF2B5EF4-FFF2-40B4-BE49-F238E27FC236}">
                <a16:creationId xmlns="" xmlns:a16="http://schemas.microsoft.com/office/drawing/2014/main" id="{DF174775-A9AD-4033-9508-E109DDD050FD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965200"/>
            <a:ext cx="1609725" cy="5738813"/>
            <a:chOff x="5941118" y="965549"/>
            <a:chExt cx="1608988" cy="5738352"/>
          </a:xfrm>
        </p:grpSpPr>
        <p:sp>
          <p:nvSpPr>
            <p:cNvPr id="45" name="矩形 44">
              <a:extLst>
                <a:ext uri="{FF2B5EF4-FFF2-40B4-BE49-F238E27FC236}">
                  <a16:creationId xmlns="" xmlns:a16="http://schemas.microsoft.com/office/drawing/2014/main" id="{7883FF4E-D4C2-59BA-88C1-DC04B4B09B32}"/>
                </a:ext>
              </a:extLst>
            </p:cNvPr>
            <p:cNvSpPr/>
            <p:nvPr/>
          </p:nvSpPr>
          <p:spPr>
            <a:xfrm>
              <a:off x="5941118" y="965549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6" name="直線接點 45">
              <a:extLst>
                <a:ext uri="{FF2B5EF4-FFF2-40B4-BE49-F238E27FC236}">
                  <a16:creationId xmlns="" xmlns:a16="http://schemas.microsoft.com/office/drawing/2014/main" id="{6108DE91-013A-154E-8F2A-554DBC8244AB}"/>
                </a:ext>
              </a:extLst>
            </p:cNvPr>
            <p:cNvCxnSpPr/>
            <p:nvPr/>
          </p:nvCxnSpPr>
          <p:spPr>
            <a:xfrm>
              <a:off x="5941118" y="1233815"/>
              <a:ext cx="0" cy="5470086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群組 46">
            <a:extLst>
              <a:ext uri="{FF2B5EF4-FFF2-40B4-BE49-F238E27FC236}">
                <a16:creationId xmlns="" xmlns:a16="http://schemas.microsoft.com/office/drawing/2014/main" id="{F9296D34-BDEE-8295-4647-B0872E19C8CC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966788"/>
            <a:ext cx="1609725" cy="5748337"/>
            <a:chOff x="7970905" y="966722"/>
            <a:chExt cx="1608988" cy="5748608"/>
          </a:xfrm>
        </p:grpSpPr>
        <p:sp>
          <p:nvSpPr>
            <p:cNvPr id="48" name="矩形 47">
              <a:extLst>
                <a:ext uri="{FF2B5EF4-FFF2-40B4-BE49-F238E27FC236}">
                  <a16:creationId xmlns="" xmlns:a16="http://schemas.microsoft.com/office/drawing/2014/main" id="{148CC5A8-B6D4-8CB9-35A3-101D1E8A9A26}"/>
                </a:ext>
              </a:extLst>
            </p:cNvPr>
            <p:cNvSpPr/>
            <p:nvPr/>
          </p:nvSpPr>
          <p:spPr>
            <a:xfrm>
              <a:off x="7970905" y="966722"/>
              <a:ext cx="1608988" cy="266713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="" xmlns:a16="http://schemas.microsoft.com/office/drawing/2014/main" id="{7BB18F73-D64E-36E2-3CD2-696EBAE9022B}"/>
                </a:ext>
              </a:extLst>
            </p:cNvPr>
            <p:cNvCxnSpPr/>
            <p:nvPr/>
          </p:nvCxnSpPr>
          <p:spPr>
            <a:xfrm>
              <a:off x="7970905" y="1235022"/>
              <a:ext cx="0" cy="5480308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群組 49">
            <a:extLst>
              <a:ext uri="{FF2B5EF4-FFF2-40B4-BE49-F238E27FC236}">
                <a16:creationId xmlns="" xmlns:a16="http://schemas.microsoft.com/office/drawing/2014/main" id="{B5556B56-1375-24EC-EBFB-9E4FEA5E18A7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965200"/>
            <a:ext cx="1608138" cy="5738813"/>
            <a:chOff x="10000693" y="965548"/>
            <a:chExt cx="1608988" cy="5738351"/>
          </a:xfrm>
        </p:grpSpPr>
        <p:sp>
          <p:nvSpPr>
            <p:cNvPr id="51" name="矩形 50">
              <a:extLst>
                <a:ext uri="{FF2B5EF4-FFF2-40B4-BE49-F238E27FC236}">
                  <a16:creationId xmlns="" xmlns:a16="http://schemas.microsoft.com/office/drawing/2014/main" id="{A14DB0A8-C493-7CC5-4EAE-7E2EAC79CDD8}"/>
                </a:ext>
              </a:extLst>
            </p:cNvPr>
            <p:cNvSpPr/>
            <p:nvPr/>
          </p:nvSpPr>
          <p:spPr>
            <a:xfrm>
              <a:off x="10000693" y="965548"/>
              <a:ext cx="1608988" cy="266679"/>
            </a:xfrm>
            <a:prstGeom prst="rect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52" name="直線接點 51">
              <a:extLst>
                <a:ext uri="{FF2B5EF4-FFF2-40B4-BE49-F238E27FC236}">
                  <a16:creationId xmlns="" xmlns:a16="http://schemas.microsoft.com/office/drawing/2014/main" id="{F78E89C9-3406-D4C3-689A-084A1376DDEA}"/>
                </a:ext>
              </a:extLst>
            </p:cNvPr>
            <p:cNvCxnSpPr/>
            <p:nvPr/>
          </p:nvCxnSpPr>
          <p:spPr>
            <a:xfrm>
              <a:off x="10000693" y="1233814"/>
              <a:ext cx="0" cy="5470085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>
            <a:extLst>
              <a:ext uri="{FF2B5EF4-FFF2-40B4-BE49-F238E27FC236}">
                <a16:creationId xmlns="" xmlns:a16="http://schemas.microsoft.com/office/drawing/2014/main" id="{76684B03-8284-502D-1374-3DEECD658ED4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15988"/>
            <a:ext cx="7607300" cy="374650"/>
            <a:chOff x="3911393" y="916494"/>
            <a:chExt cx="7606948" cy="374302"/>
          </a:xfrm>
        </p:grpSpPr>
        <p:sp>
          <p:nvSpPr>
            <p:cNvPr id="54" name="文字方塊 53">
              <a:extLst>
                <a:ext uri="{FF2B5EF4-FFF2-40B4-BE49-F238E27FC236}">
                  <a16:creationId xmlns="" xmlns:a16="http://schemas.microsoft.com/office/drawing/2014/main" id="{05802E55-D931-ED22-C8FF-B372087EE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393" y="921252"/>
              <a:ext cx="1317564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CQ4’19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="" xmlns:a16="http://schemas.microsoft.com/office/drawing/2014/main" id="{814C6FB0-7D2B-7ABB-0715-C812F7BB0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712" y="921252"/>
              <a:ext cx="1484243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CQ1’20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="" xmlns:a16="http://schemas.microsoft.com/office/drawing/2014/main" id="{FE8A567E-8456-FC70-E4AC-5EF71AEE0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0443" y="916494"/>
              <a:ext cx="1387411" cy="36954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CQ2’20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="" xmlns:a16="http://schemas.microsoft.com/office/drawing/2014/main" id="{4851CD68-BF76-3644-701E-50535E84F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00761" y="921252"/>
              <a:ext cx="1517580" cy="36954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CQ3’20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sp>
        <p:nvSpPr>
          <p:cNvPr id="58" name="圓角矩形 1">
            <a:extLst>
              <a:ext uri="{FF2B5EF4-FFF2-40B4-BE49-F238E27FC236}">
                <a16:creationId xmlns="" xmlns:a16="http://schemas.microsoft.com/office/drawing/2014/main" id="{F83A30BF-B933-68AA-1399-71F68A033E71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59" name="群組 2">
            <a:extLst>
              <a:ext uri="{FF2B5EF4-FFF2-40B4-BE49-F238E27FC236}">
                <a16:creationId xmlns="" xmlns:a16="http://schemas.microsoft.com/office/drawing/2014/main" id="{2EBD0096-3218-020F-EC98-FE9EB29B6A94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60" name="矩形 3">
              <a:extLst>
                <a:ext uri="{FF2B5EF4-FFF2-40B4-BE49-F238E27FC236}">
                  <a16:creationId xmlns="" xmlns:a16="http://schemas.microsoft.com/office/drawing/2014/main" id="{34EFF5E4-ABB9-C2F6-8CB8-95D8C439E7B3}"/>
                </a:ext>
              </a:extLst>
            </p:cNvPr>
            <p:cNvSpPr/>
            <p:nvPr/>
          </p:nvSpPr>
          <p:spPr>
            <a:xfrm>
              <a:off x="7962327" y="1594256"/>
              <a:ext cx="204625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1" name="矩形 4">
              <a:extLst>
                <a:ext uri="{FF2B5EF4-FFF2-40B4-BE49-F238E27FC236}">
                  <a16:creationId xmlns="" xmlns:a16="http://schemas.microsoft.com/office/drawing/2014/main" id="{4D645B54-3E5A-C4BC-6F6D-B6D630378AF5}"/>
                </a:ext>
              </a:extLst>
            </p:cNvPr>
            <p:cNvSpPr/>
            <p:nvPr/>
          </p:nvSpPr>
          <p:spPr>
            <a:xfrm>
              <a:off x="10013348" y="1594256"/>
              <a:ext cx="1746225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2" name="矩形 5">
              <a:extLst>
                <a:ext uri="{FF2B5EF4-FFF2-40B4-BE49-F238E27FC236}">
                  <a16:creationId xmlns="" xmlns:a16="http://schemas.microsoft.com/office/drawing/2014/main" id="{1F9DF01D-A7E0-4EED-4DC2-32069C2CE57A}"/>
                </a:ext>
              </a:extLst>
            </p:cNvPr>
            <p:cNvSpPr/>
            <p:nvPr/>
          </p:nvSpPr>
          <p:spPr>
            <a:xfrm>
              <a:off x="5936705" y="1594256"/>
              <a:ext cx="2031971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3" name="矩形 6">
              <a:extLst>
                <a:ext uri="{FF2B5EF4-FFF2-40B4-BE49-F238E27FC236}">
                  <a16:creationId xmlns="" xmlns:a16="http://schemas.microsoft.com/office/drawing/2014/main" id="{C3CB6A98-2609-4689-3F28-90CC26981E76}"/>
                </a:ext>
              </a:extLst>
            </p:cNvPr>
            <p:cNvSpPr/>
            <p:nvPr/>
          </p:nvSpPr>
          <p:spPr>
            <a:xfrm>
              <a:off x="3898384" y="1594256"/>
              <a:ext cx="2043084" cy="51098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4" name="圓角矩形 7">
              <a:extLst>
                <a:ext uri="{FF2B5EF4-FFF2-40B4-BE49-F238E27FC236}">
                  <a16:creationId xmlns="" xmlns:a16="http://schemas.microsoft.com/office/drawing/2014/main" id="{CE2A73E0-0B41-3058-3836-042184DDFD5B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65" name="群組 8">
              <a:extLst>
                <a:ext uri="{FF2B5EF4-FFF2-40B4-BE49-F238E27FC236}">
                  <a16:creationId xmlns="" xmlns:a16="http://schemas.microsoft.com/office/drawing/2014/main" id="{7C29739C-BB34-BC07-6A27-CEA7AA13AAD9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66" name="矩形 9">
                <a:extLst>
                  <a:ext uri="{FF2B5EF4-FFF2-40B4-BE49-F238E27FC236}">
                    <a16:creationId xmlns="" xmlns:a16="http://schemas.microsoft.com/office/drawing/2014/main" id="{D6F79711-7D0D-0981-0BE7-9E8C34E60A38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68" name="圓角矩形 10">
                <a:extLst>
                  <a:ext uri="{FF2B5EF4-FFF2-40B4-BE49-F238E27FC236}">
                    <a16:creationId xmlns="" xmlns:a16="http://schemas.microsoft.com/office/drawing/2014/main" id="{B2F654FF-3E8E-8378-9839-2EE78535EFB5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69" name="群組 17">
            <a:extLst>
              <a:ext uri="{FF2B5EF4-FFF2-40B4-BE49-F238E27FC236}">
                <a16:creationId xmlns="" xmlns:a16="http://schemas.microsoft.com/office/drawing/2014/main" id="{710A6CFC-9FEE-8908-D855-29B48335CCB0}"/>
              </a:ext>
            </a:extLst>
          </p:cNvPr>
          <p:cNvGrpSpPr/>
          <p:nvPr/>
        </p:nvGrpSpPr>
        <p:grpSpPr>
          <a:xfrm>
            <a:off x="4417687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0" name="橢圓 18">
              <a:extLst>
                <a:ext uri="{FF2B5EF4-FFF2-40B4-BE49-F238E27FC236}">
                  <a16:creationId xmlns="" xmlns:a16="http://schemas.microsoft.com/office/drawing/2014/main" id="{38F0B427-08DA-E660-5573-2B68BD7EA1CB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1" name="橢圓 19">
              <a:extLst>
                <a:ext uri="{FF2B5EF4-FFF2-40B4-BE49-F238E27FC236}">
                  <a16:creationId xmlns="" xmlns:a16="http://schemas.microsoft.com/office/drawing/2014/main" id="{4BC815C7-4073-58AA-12B1-7163B264D5F5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2" name="群組 20">
            <a:extLst>
              <a:ext uri="{FF2B5EF4-FFF2-40B4-BE49-F238E27FC236}">
                <a16:creationId xmlns="" xmlns:a16="http://schemas.microsoft.com/office/drawing/2014/main" id="{32168D31-2110-144C-8D6E-D1B81F6640A2}"/>
              </a:ext>
            </a:extLst>
          </p:cNvPr>
          <p:cNvGrpSpPr/>
          <p:nvPr/>
        </p:nvGrpSpPr>
        <p:grpSpPr>
          <a:xfrm>
            <a:off x="6468868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3" name="橢圓 21">
              <a:extLst>
                <a:ext uri="{FF2B5EF4-FFF2-40B4-BE49-F238E27FC236}">
                  <a16:creationId xmlns="" xmlns:a16="http://schemas.microsoft.com/office/drawing/2014/main" id="{6EEB7C15-1522-A9EF-989D-5588CECEDC3B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4" name="橢圓 22">
              <a:extLst>
                <a:ext uri="{FF2B5EF4-FFF2-40B4-BE49-F238E27FC236}">
                  <a16:creationId xmlns="" xmlns:a16="http://schemas.microsoft.com/office/drawing/2014/main" id="{4E6C2427-AF58-46F1-6ED4-A88A0C43BC47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5" name="群組 23">
            <a:extLst>
              <a:ext uri="{FF2B5EF4-FFF2-40B4-BE49-F238E27FC236}">
                <a16:creationId xmlns="" xmlns:a16="http://schemas.microsoft.com/office/drawing/2014/main" id="{B95C0253-EF22-8E26-57E7-E6B7CDE0AC66}"/>
              </a:ext>
            </a:extLst>
          </p:cNvPr>
          <p:cNvGrpSpPr/>
          <p:nvPr/>
        </p:nvGrpSpPr>
        <p:grpSpPr>
          <a:xfrm>
            <a:off x="8520049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6" name="橢圓 24">
              <a:extLst>
                <a:ext uri="{FF2B5EF4-FFF2-40B4-BE49-F238E27FC236}">
                  <a16:creationId xmlns="" xmlns:a16="http://schemas.microsoft.com/office/drawing/2014/main" id="{C668F80A-C1AD-0DAA-749C-E71116E2E75D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7" name="橢圓 25">
              <a:extLst>
                <a:ext uri="{FF2B5EF4-FFF2-40B4-BE49-F238E27FC236}">
                  <a16:creationId xmlns="" xmlns:a16="http://schemas.microsoft.com/office/drawing/2014/main" id="{5F0CAC88-CB98-97DF-22CE-273D82F2444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8" name="群組 26">
            <a:extLst>
              <a:ext uri="{FF2B5EF4-FFF2-40B4-BE49-F238E27FC236}">
                <a16:creationId xmlns="" xmlns:a16="http://schemas.microsoft.com/office/drawing/2014/main" id="{E6398969-6D05-8234-21CE-BD74CA93A6F9}"/>
              </a:ext>
            </a:extLst>
          </p:cNvPr>
          <p:cNvGrpSpPr/>
          <p:nvPr/>
        </p:nvGrpSpPr>
        <p:grpSpPr>
          <a:xfrm>
            <a:off x="10571231" y="1326726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9" name="橢圓 27">
              <a:extLst>
                <a:ext uri="{FF2B5EF4-FFF2-40B4-BE49-F238E27FC236}">
                  <a16:creationId xmlns="" xmlns:a16="http://schemas.microsoft.com/office/drawing/2014/main" id="{C37A21E1-A262-DEAD-E7A1-A7CE45C8B917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0" name="橢圓 28">
              <a:extLst>
                <a:ext uri="{FF2B5EF4-FFF2-40B4-BE49-F238E27FC236}">
                  <a16:creationId xmlns="" xmlns:a16="http://schemas.microsoft.com/office/drawing/2014/main" id="{B3EC4980-8CF1-539C-B974-6683C543303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81" name="圓角矩形 29">
            <a:extLst>
              <a:ext uri="{FF2B5EF4-FFF2-40B4-BE49-F238E27FC236}">
                <a16:creationId xmlns="" xmlns:a16="http://schemas.microsoft.com/office/drawing/2014/main" id="{2E4AD969-4DA9-5FEE-6FA9-B1E0769B758D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82" name="圖片 73">
            <a:extLst>
              <a:ext uri="{FF2B5EF4-FFF2-40B4-BE49-F238E27FC236}">
                <a16:creationId xmlns="" xmlns:a16="http://schemas.microsoft.com/office/drawing/2014/main" id="{49336D0E-4666-8F87-3B4B-83B065480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3" name="群組 68">
            <a:extLst>
              <a:ext uri="{FF2B5EF4-FFF2-40B4-BE49-F238E27FC236}">
                <a16:creationId xmlns="" xmlns:a16="http://schemas.microsoft.com/office/drawing/2014/main" id="{F14CC5E8-7BC6-B069-8471-4DEAC85A677A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919163"/>
            <a:ext cx="1616075" cy="5842000"/>
            <a:chOff x="173040" y="919351"/>
            <a:chExt cx="1616584" cy="5842450"/>
          </a:xfrm>
        </p:grpSpPr>
        <p:sp>
          <p:nvSpPr>
            <p:cNvPr id="84" name="矩形 72">
              <a:extLst>
                <a:ext uri="{FF2B5EF4-FFF2-40B4-BE49-F238E27FC236}">
                  <a16:creationId xmlns="" xmlns:a16="http://schemas.microsoft.com/office/drawing/2014/main" id="{E975BF44-62AC-6740-8AD4-8F6BDCE96F29}"/>
                </a:ext>
              </a:extLst>
            </p:cNvPr>
            <p:cNvSpPr/>
            <p:nvPr/>
          </p:nvSpPr>
          <p:spPr>
            <a:xfrm>
              <a:off x="180979" y="965392"/>
              <a:ext cx="1608645" cy="26513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85" name="文字方塊 78">
              <a:extLst>
                <a:ext uri="{FF2B5EF4-FFF2-40B4-BE49-F238E27FC236}">
                  <a16:creationId xmlns="" xmlns:a16="http://schemas.microsoft.com/office/drawing/2014/main" id="{89368111-C12A-E815-BCAC-C1A62FE77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919351"/>
              <a:ext cx="1570531" cy="36991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6" name="直線接點 79">
              <a:extLst>
                <a:ext uri="{FF2B5EF4-FFF2-40B4-BE49-F238E27FC236}">
                  <a16:creationId xmlns="" xmlns:a16="http://schemas.microsoft.com/office/drawing/2014/main" id="{3D409464-137B-771D-05A9-A8ECA85E240B}"/>
                </a:ext>
              </a:extLst>
            </p:cNvPr>
            <p:cNvCxnSpPr/>
            <p:nvPr/>
          </p:nvCxnSpPr>
          <p:spPr>
            <a:xfrm>
              <a:off x="180979" y="1081288"/>
              <a:ext cx="0" cy="5680513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群組 80">
            <a:extLst>
              <a:ext uri="{FF2B5EF4-FFF2-40B4-BE49-F238E27FC236}">
                <a16:creationId xmlns="" xmlns:a16="http://schemas.microsoft.com/office/drawing/2014/main" id="{D002CD9B-31A8-C3FE-BDB4-ABA53779865F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965200"/>
            <a:ext cx="1608138" cy="5738813"/>
            <a:chOff x="3911331" y="965549"/>
            <a:chExt cx="1608988" cy="5738352"/>
          </a:xfrm>
        </p:grpSpPr>
        <p:sp>
          <p:nvSpPr>
            <p:cNvPr id="88" name="矩形 81">
              <a:extLst>
                <a:ext uri="{FF2B5EF4-FFF2-40B4-BE49-F238E27FC236}">
                  <a16:creationId xmlns="" xmlns:a16="http://schemas.microsoft.com/office/drawing/2014/main" id="{3D9201F2-19BE-B7CF-8DA0-0EF1142B8D08}"/>
                </a:ext>
              </a:extLst>
            </p:cNvPr>
            <p:cNvSpPr/>
            <p:nvPr/>
          </p:nvSpPr>
          <p:spPr>
            <a:xfrm>
              <a:off x="3911331" y="965549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9" name="直線接點 82">
              <a:extLst>
                <a:ext uri="{FF2B5EF4-FFF2-40B4-BE49-F238E27FC236}">
                  <a16:creationId xmlns="" xmlns:a16="http://schemas.microsoft.com/office/drawing/2014/main" id="{A2970C7A-45FC-BBBB-650F-5BE7F5671A9D}"/>
                </a:ext>
              </a:extLst>
            </p:cNvPr>
            <p:cNvCxnSpPr/>
            <p:nvPr/>
          </p:nvCxnSpPr>
          <p:spPr>
            <a:xfrm>
              <a:off x="3911331" y="1233815"/>
              <a:ext cx="0" cy="5470086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群組 83">
            <a:extLst>
              <a:ext uri="{FF2B5EF4-FFF2-40B4-BE49-F238E27FC236}">
                <a16:creationId xmlns="" xmlns:a16="http://schemas.microsoft.com/office/drawing/2014/main" id="{B05FECA0-B03F-D104-12A7-2B581FF36883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965200"/>
            <a:ext cx="1609725" cy="5738813"/>
            <a:chOff x="5941118" y="965549"/>
            <a:chExt cx="1608988" cy="5738352"/>
          </a:xfrm>
        </p:grpSpPr>
        <p:sp>
          <p:nvSpPr>
            <p:cNvPr id="91" name="矩形 84">
              <a:extLst>
                <a:ext uri="{FF2B5EF4-FFF2-40B4-BE49-F238E27FC236}">
                  <a16:creationId xmlns="" xmlns:a16="http://schemas.microsoft.com/office/drawing/2014/main" id="{A642EA60-7B1B-018F-1652-D6637D78BF65}"/>
                </a:ext>
              </a:extLst>
            </p:cNvPr>
            <p:cNvSpPr/>
            <p:nvPr/>
          </p:nvSpPr>
          <p:spPr>
            <a:xfrm>
              <a:off x="5941118" y="965549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2" name="直線接點 85">
              <a:extLst>
                <a:ext uri="{FF2B5EF4-FFF2-40B4-BE49-F238E27FC236}">
                  <a16:creationId xmlns="" xmlns:a16="http://schemas.microsoft.com/office/drawing/2014/main" id="{5A98C50D-0095-C6CB-AF93-42A58F032893}"/>
                </a:ext>
              </a:extLst>
            </p:cNvPr>
            <p:cNvCxnSpPr/>
            <p:nvPr/>
          </p:nvCxnSpPr>
          <p:spPr>
            <a:xfrm>
              <a:off x="5941118" y="1233815"/>
              <a:ext cx="0" cy="5470086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89">
            <a:extLst>
              <a:ext uri="{FF2B5EF4-FFF2-40B4-BE49-F238E27FC236}">
                <a16:creationId xmlns="" xmlns:a16="http://schemas.microsoft.com/office/drawing/2014/main" id="{5DBBE8BE-9778-F8EB-65D6-F2FA5F9134AA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966788"/>
            <a:ext cx="1609725" cy="5748337"/>
            <a:chOff x="7970905" y="966722"/>
            <a:chExt cx="1608988" cy="5748608"/>
          </a:xfrm>
        </p:grpSpPr>
        <p:sp>
          <p:nvSpPr>
            <p:cNvPr id="94" name="矩形 90">
              <a:extLst>
                <a:ext uri="{FF2B5EF4-FFF2-40B4-BE49-F238E27FC236}">
                  <a16:creationId xmlns="" xmlns:a16="http://schemas.microsoft.com/office/drawing/2014/main" id="{21F9D503-A934-7BAD-93BC-5181CE5CEDEC}"/>
                </a:ext>
              </a:extLst>
            </p:cNvPr>
            <p:cNvSpPr/>
            <p:nvPr/>
          </p:nvSpPr>
          <p:spPr>
            <a:xfrm>
              <a:off x="7970905" y="966722"/>
              <a:ext cx="1608988" cy="266713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5" name="直線接點 91">
              <a:extLst>
                <a:ext uri="{FF2B5EF4-FFF2-40B4-BE49-F238E27FC236}">
                  <a16:creationId xmlns="" xmlns:a16="http://schemas.microsoft.com/office/drawing/2014/main" id="{3597A002-A8F7-5567-09C2-47382E71E537}"/>
                </a:ext>
              </a:extLst>
            </p:cNvPr>
            <p:cNvCxnSpPr/>
            <p:nvPr/>
          </p:nvCxnSpPr>
          <p:spPr>
            <a:xfrm>
              <a:off x="7970905" y="1235022"/>
              <a:ext cx="0" cy="5480308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群組 92">
            <a:extLst>
              <a:ext uri="{FF2B5EF4-FFF2-40B4-BE49-F238E27FC236}">
                <a16:creationId xmlns="" xmlns:a16="http://schemas.microsoft.com/office/drawing/2014/main" id="{34B8E1B9-9496-DD7F-A3F0-086FE5DB9BEB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965200"/>
            <a:ext cx="1608138" cy="5738813"/>
            <a:chOff x="10000693" y="965548"/>
            <a:chExt cx="1608988" cy="5738351"/>
          </a:xfrm>
        </p:grpSpPr>
        <p:sp>
          <p:nvSpPr>
            <p:cNvPr id="97" name="矩形 93">
              <a:extLst>
                <a:ext uri="{FF2B5EF4-FFF2-40B4-BE49-F238E27FC236}">
                  <a16:creationId xmlns="" xmlns:a16="http://schemas.microsoft.com/office/drawing/2014/main" id="{C9D6D712-00CB-DDD9-4FFD-5BAD95F58060}"/>
                </a:ext>
              </a:extLst>
            </p:cNvPr>
            <p:cNvSpPr/>
            <p:nvPr/>
          </p:nvSpPr>
          <p:spPr>
            <a:xfrm>
              <a:off x="10000693" y="965548"/>
              <a:ext cx="1608988" cy="266679"/>
            </a:xfrm>
            <a:prstGeom prst="rect">
              <a:avLst/>
            </a:prstGeom>
            <a:solidFill>
              <a:srgbClr val="7DCFD8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8" name="直線接點 94">
              <a:extLst>
                <a:ext uri="{FF2B5EF4-FFF2-40B4-BE49-F238E27FC236}">
                  <a16:creationId xmlns="" xmlns:a16="http://schemas.microsoft.com/office/drawing/2014/main" id="{7EEA84FE-67D3-5E4E-DD80-ADDE1DC80B13}"/>
                </a:ext>
              </a:extLst>
            </p:cNvPr>
            <p:cNvCxnSpPr/>
            <p:nvPr/>
          </p:nvCxnSpPr>
          <p:spPr>
            <a:xfrm>
              <a:off x="10000693" y="1233814"/>
              <a:ext cx="0" cy="5470085"/>
            </a:xfrm>
            <a:prstGeom prst="line">
              <a:avLst/>
            </a:prstGeom>
            <a:solidFill>
              <a:srgbClr val="87C0CD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群組 12">
            <a:extLst>
              <a:ext uri="{FF2B5EF4-FFF2-40B4-BE49-F238E27FC236}">
                <a16:creationId xmlns="" xmlns:a16="http://schemas.microsoft.com/office/drawing/2014/main" id="{E825A280-B25B-BE2A-1D20-CD26E4A8E3C0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0" name="圓角矩形 86">
              <a:extLst>
                <a:ext uri="{FF2B5EF4-FFF2-40B4-BE49-F238E27FC236}">
                  <a16:creationId xmlns="" xmlns:a16="http://schemas.microsoft.com/office/drawing/2014/main" id="{80B39568-FDD3-2C46-FD17-A9F830C3558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1" name="圓角矩形 87">
              <a:extLst>
                <a:ext uri="{FF2B5EF4-FFF2-40B4-BE49-F238E27FC236}">
                  <a16:creationId xmlns="" xmlns:a16="http://schemas.microsoft.com/office/drawing/2014/main" id="{EBBC58C5-98BA-2F90-E171-D79D9FA5B03A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2" name="圓角矩形 88">
              <a:extLst>
                <a:ext uri="{FF2B5EF4-FFF2-40B4-BE49-F238E27FC236}">
                  <a16:creationId xmlns="" xmlns:a16="http://schemas.microsoft.com/office/drawing/2014/main" id="{989B298A-FC41-52D0-65DA-0160D34562AC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3" name="TextBox 147">
            <a:extLst>
              <a:ext uri="{FF2B5EF4-FFF2-40B4-BE49-F238E27FC236}">
                <a16:creationId xmlns="" xmlns:a16="http://schemas.microsoft.com/office/drawing/2014/main" id="{1DA6BB1B-FB39-8909-A498-14B126449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104" name="TextBox 148">
            <a:extLst>
              <a:ext uri="{FF2B5EF4-FFF2-40B4-BE49-F238E27FC236}">
                <a16:creationId xmlns="" xmlns:a16="http://schemas.microsoft.com/office/drawing/2014/main" id="{220C6C33-F675-03BA-65D4-B7B662077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105" name="TextBox 149">
            <a:extLst>
              <a:ext uri="{FF2B5EF4-FFF2-40B4-BE49-F238E27FC236}">
                <a16:creationId xmlns="" xmlns:a16="http://schemas.microsoft.com/office/drawing/2014/main" id="{58F48827-6CB1-EA3D-EC0F-EB999F692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67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4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3937417" y="946895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5" name="文字版面配置區 37"/>
          <p:cNvSpPr>
            <a:spLocks noGrp="1"/>
          </p:cNvSpPr>
          <p:nvPr>
            <p:ph type="body" sz="quarter" idx="13"/>
          </p:nvPr>
        </p:nvSpPr>
        <p:spPr>
          <a:xfrm>
            <a:off x="5962313" y="946895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6" name="文字版面配置區 40"/>
          <p:cNvSpPr>
            <a:spLocks noGrp="1"/>
          </p:cNvSpPr>
          <p:nvPr>
            <p:ph type="body" sz="quarter" idx="14"/>
          </p:nvPr>
        </p:nvSpPr>
        <p:spPr>
          <a:xfrm>
            <a:off x="7987209" y="94689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7" name="文字版面配置區 44"/>
          <p:cNvSpPr>
            <a:spLocks noGrp="1"/>
          </p:cNvSpPr>
          <p:nvPr>
            <p:ph type="body" sz="quarter" idx="15"/>
          </p:nvPr>
        </p:nvSpPr>
        <p:spPr>
          <a:xfrm>
            <a:off x="10011800" y="94689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61545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L - Fix - 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373C9D7F-B38F-9FE3-66AA-CE450ECEBF93}"/>
              </a:ext>
            </a:extLst>
          </p:cNvPr>
          <p:cNvSpPr/>
          <p:nvPr/>
        </p:nvSpPr>
        <p:spPr>
          <a:xfrm>
            <a:off x="114300" y="1468438"/>
            <a:ext cx="11933238" cy="5327650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00E26A39-961D-7D91-4945-14572E4A8F9F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595438"/>
            <a:ext cx="11774488" cy="5116512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6CB809E2-6080-1106-3ED8-AE8B09BBCDFE}"/>
                </a:ext>
              </a:extLst>
            </p:cNvPr>
            <p:cNvSpPr/>
            <p:nvPr/>
          </p:nvSpPr>
          <p:spPr>
            <a:xfrm>
              <a:off x="7962327" y="1594496"/>
              <a:ext cx="2046259" cy="511265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E41AA5F3-493A-8312-785B-AC9D019D2FC8}"/>
                </a:ext>
              </a:extLst>
            </p:cNvPr>
            <p:cNvSpPr/>
            <p:nvPr/>
          </p:nvSpPr>
          <p:spPr>
            <a:xfrm>
              <a:off x="10013348" y="1594496"/>
              <a:ext cx="1746225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FF4EDDA1-4BD0-9F9F-3A44-7D3CC1FC6CBF}"/>
                </a:ext>
              </a:extLst>
            </p:cNvPr>
            <p:cNvSpPr/>
            <p:nvPr/>
          </p:nvSpPr>
          <p:spPr>
            <a:xfrm>
              <a:off x="5936705" y="1594496"/>
              <a:ext cx="2031971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479D292B-E12D-C96D-8321-1E32A4379889}"/>
                </a:ext>
              </a:extLst>
            </p:cNvPr>
            <p:cNvSpPr/>
            <p:nvPr/>
          </p:nvSpPr>
          <p:spPr>
            <a:xfrm>
              <a:off x="3898384" y="1594496"/>
              <a:ext cx="2043084" cy="51094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EC5B44DB-B8B0-1632-1400-181802DA639E}"/>
                </a:ext>
              </a:extLst>
            </p:cNvPr>
            <p:cNvSpPr/>
            <p:nvPr/>
          </p:nvSpPr>
          <p:spPr>
            <a:xfrm>
              <a:off x="11392866" y="1594496"/>
              <a:ext cx="568317" cy="511265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8D1A7509-814F-68ED-57F4-3C0B571AC6A2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D96F96E3-8C56-07CD-A6CC-60069295B25C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DF46DB65-CC2D-B098-BE35-C92FF0FC3B14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12" name="群組 11">
            <a:extLst>
              <a:ext uri="{FF2B5EF4-FFF2-40B4-BE49-F238E27FC236}">
                <a16:creationId xmlns="" xmlns:a16="http://schemas.microsoft.com/office/drawing/2014/main" id="{9AA92945-63AF-035B-A411-55A8906A5B38}"/>
              </a:ext>
            </a:extLst>
          </p:cNvPr>
          <p:cNvGrpSpPr/>
          <p:nvPr/>
        </p:nvGrpSpPr>
        <p:grpSpPr>
          <a:xfrm>
            <a:off x="4417687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3" name="橢圓 12">
              <a:extLst>
                <a:ext uri="{FF2B5EF4-FFF2-40B4-BE49-F238E27FC236}">
                  <a16:creationId xmlns="" xmlns:a16="http://schemas.microsoft.com/office/drawing/2014/main" id="{54377A22-078F-9C73-AC15-7DBF1EDECA0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="" xmlns:a16="http://schemas.microsoft.com/office/drawing/2014/main" id="{299A7B8B-1570-347E-88F0-E0862360B856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="" xmlns:a16="http://schemas.microsoft.com/office/drawing/2014/main" id="{03BDD10C-8336-BA33-0C74-812A9FE2BE69}"/>
              </a:ext>
            </a:extLst>
          </p:cNvPr>
          <p:cNvGrpSpPr/>
          <p:nvPr/>
        </p:nvGrpSpPr>
        <p:grpSpPr>
          <a:xfrm>
            <a:off x="6468868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6" name="橢圓 15">
              <a:extLst>
                <a:ext uri="{FF2B5EF4-FFF2-40B4-BE49-F238E27FC236}">
                  <a16:creationId xmlns="" xmlns:a16="http://schemas.microsoft.com/office/drawing/2014/main" id="{0F0D1058-74D3-C8F2-1D12-0B02E5E20B78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="" xmlns:a16="http://schemas.microsoft.com/office/drawing/2014/main" id="{0AD25C49-E7D0-7EB7-0000-E18C21EDC664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="" xmlns:a16="http://schemas.microsoft.com/office/drawing/2014/main" id="{166740C7-5F01-57D8-6B88-D107AD0DD66B}"/>
              </a:ext>
            </a:extLst>
          </p:cNvPr>
          <p:cNvGrpSpPr/>
          <p:nvPr/>
        </p:nvGrpSpPr>
        <p:grpSpPr>
          <a:xfrm>
            <a:off x="8520049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19" name="橢圓 18">
              <a:extLst>
                <a:ext uri="{FF2B5EF4-FFF2-40B4-BE49-F238E27FC236}">
                  <a16:creationId xmlns="" xmlns:a16="http://schemas.microsoft.com/office/drawing/2014/main" id="{7758A662-339C-E6D1-C3C1-CB02C94336EE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="" xmlns:a16="http://schemas.microsoft.com/office/drawing/2014/main" id="{CBD5EB4A-F168-B00B-4069-AD075F41FC69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="" xmlns:a16="http://schemas.microsoft.com/office/drawing/2014/main" id="{1555B37E-0789-8F19-EAB4-3D6F52DC7135}"/>
              </a:ext>
            </a:extLst>
          </p:cNvPr>
          <p:cNvGrpSpPr/>
          <p:nvPr/>
        </p:nvGrpSpPr>
        <p:grpSpPr>
          <a:xfrm>
            <a:off x="10571231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22" name="橢圓 21">
              <a:extLst>
                <a:ext uri="{FF2B5EF4-FFF2-40B4-BE49-F238E27FC236}">
                  <a16:creationId xmlns="" xmlns:a16="http://schemas.microsoft.com/office/drawing/2014/main" id="{D5D27CD1-3777-5EB8-1A94-66E18CAB8ADC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="" xmlns:a16="http://schemas.microsoft.com/office/drawing/2014/main" id="{DC79E070-1CCF-0804-728A-C543A4E34EC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24" name="圓角矩形 29">
            <a:extLst>
              <a:ext uri="{FF2B5EF4-FFF2-40B4-BE49-F238E27FC236}">
                <a16:creationId xmlns="" xmlns:a16="http://schemas.microsoft.com/office/drawing/2014/main" id="{42C780C0-803D-FD93-688B-546FA0F581C0}"/>
              </a:ext>
            </a:extLst>
          </p:cNvPr>
          <p:cNvSpPr/>
          <p:nvPr/>
        </p:nvSpPr>
        <p:spPr>
          <a:xfrm>
            <a:off x="177800" y="1593850"/>
            <a:ext cx="11791950" cy="5113338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="" xmlns:a16="http://schemas.microsoft.com/office/drawing/2014/main" id="{5A50EA4F-D076-4606-6413-9A5D703E60BF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1054100"/>
            <a:ext cx="1616075" cy="5707063"/>
            <a:chOff x="173040" y="1054078"/>
            <a:chExt cx="1616584" cy="5707722"/>
          </a:xfrm>
        </p:grpSpPr>
        <p:sp>
          <p:nvSpPr>
            <p:cNvPr id="26" name="矩形 25">
              <a:extLst>
                <a:ext uri="{FF2B5EF4-FFF2-40B4-BE49-F238E27FC236}">
                  <a16:creationId xmlns="" xmlns:a16="http://schemas.microsoft.com/office/drawing/2014/main" id="{8AD6563C-B040-492E-F516-4EB70D054B03}"/>
                </a:ext>
              </a:extLst>
            </p:cNvPr>
            <p:cNvSpPr/>
            <p:nvPr/>
          </p:nvSpPr>
          <p:spPr>
            <a:xfrm>
              <a:off x="180979" y="1109647"/>
              <a:ext cx="1608645" cy="265143"/>
            </a:xfrm>
            <a:prstGeom prst="rect">
              <a:avLst/>
            </a:prstGeom>
            <a:solidFill>
              <a:srgbClr val="9CD3D3"/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="" xmlns:a16="http://schemas.microsoft.com/office/drawing/2014/main" id="{6FCE67C7-819C-69A7-3BBA-9C82F3931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1054078"/>
              <a:ext cx="1570531" cy="36993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8" name="直線接點 27">
              <a:extLst>
                <a:ext uri="{FF2B5EF4-FFF2-40B4-BE49-F238E27FC236}">
                  <a16:creationId xmlns="" xmlns:a16="http://schemas.microsoft.com/office/drawing/2014/main" id="{A9C19CC1-5439-2040-5813-AA5281094EAF}"/>
                </a:ext>
              </a:extLst>
            </p:cNvPr>
            <p:cNvCxnSpPr/>
            <p:nvPr/>
          </p:nvCxnSpPr>
          <p:spPr>
            <a:xfrm>
              <a:off x="180979" y="1227136"/>
              <a:ext cx="0" cy="5534664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圖片 28">
            <a:extLst>
              <a:ext uri="{FF2B5EF4-FFF2-40B4-BE49-F238E27FC236}">
                <a16:creationId xmlns="" xmlns:a16="http://schemas.microsoft.com/office/drawing/2014/main" id="{24F17673-C34B-88E5-BD93-56A941C79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群組 29">
            <a:extLst>
              <a:ext uri="{FF2B5EF4-FFF2-40B4-BE49-F238E27FC236}">
                <a16:creationId xmlns="" xmlns:a16="http://schemas.microsoft.com/office/drawing/2014/main" id="{CDC110E8-95D6-9DF5-11F7-4E5D297F472D}"/>
              </a:ext>
            </a:extLst>
          </p:cNvPr>
          <p:cNvGrpSpPr>
            <a:grpSpLocks/>
          </p:cNvGrpSpPr>
          <p:nvPr/>
        </p:nvGrpSpPr>
        <p:grpSpPr bwMode="auto">
          <a:xfrm>
            <a:off x="8285163" y="6443663"/>
            <a:ext cx="3041650" cy="277812"/>
            <a:chOff x="8284945" y="6444037"/>
            <a:chExt cx="3042465" cy="276999"/>
          </a:xfrm>
        </p:grpSpPr>
        <p:grpSp>
          <p:nvGrpSpPr>
            <p:cNvPr id="31" name="群組 30">
              <a:extLst>
                <a:ext uri="{FF2B5EF4-FFF2-40B4-BE49-F238E27FC236}">
                  <a16:creationId xmlns="" xmlns:a16="http://schemas.microsoft.com/office/drawing/2014/main" id="{66595A54-4176-5ABB-0B09-A72C80A94F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31626" y="6472747"/>
              <a:ext cx="2995784" cy="216269"/>
              <a:chOff x="8324734" y="6205760"/>
              <a:chExt cx="2995784" cy="216269"/>
            </a:xfrm>
          </p:grpSpPr>
          <p:sp>
            <p:nvSpPr>
              <p:cNvPr id="35" name="圓角矩形 86">
                <a:extLst>
                  <a:ext uri="{FF2B5EF4-FFF2-40B4-BE49-F238E27FC236}">
                    <a16:creationId xmlns="" xmlns:a16="http://schemas.microsoft.com/office/drawing/2014/main" id="{0696CBD1-122B-41EF-DE00-3324873426B8}"/>
                  </a:ext>
                </a:extLst>
              </p:cNvPr>
              <p:cNvSpPr/>
              <p:nvPr/>
            </p:nvSpPr>
            <p:spPr>
              <a:xfrm>
                <a:off x="8324103" y="6205542"/>
                <a:ext cx="1011509" cy="216850"/>
              </a:xfrm>
              <a:prstGeom prst="roundRect">
                <a:avLst/>
              </a:prstGeom>
              <a:solidFill>
                <a:srgbClr val="1F5A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6" name="圓角矩形 87">
                <a:extLst>
                  <a:ext uri="{FF2B5EF4-FFF2-40B4-BE49-F238E27FC236}">
                    <a16:creationId xmlns="" xmlns:a16="http://schemas.microsoft.com/office/drawing/2014/main" id="{59E6572F-B1EB-3C44-CFC3-227C28607592}"/>
                  </a:ext>
                </a:extLst>
              </p:cNvPr>
              <p:cNvSpPr/>
              <p:nvPr/>
            </p:nvSpPr>
            <p:spPr>
              <a:xfrm>
                <a:off x="9381661" y="6205542"/>
                <a:ext cx="946403" cy="216850"/>
              </a:xfrm>
              <a:prstGeom prst="roundRect">
                <a:avLst/>
              </a:prstGeom>
              <a:solidFill>
                <a:srgbClr val="FFCD3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37" name="圓角矩形 88">
                <a:extLst>
                  <a:ext uri="{FF2B5EF4-FFF2-40B4-BE49-F238E27FC236}">
                    <a16:creationId xmlns="" xmlns:a16="http://schemas.microsoft.com/office/drawing/2014/main" id="{7FB3E090-B302-D9CE-6B7E-9F2244C993A7}"/>
                  </a:ext>
                </a:extLst>
              </p:cNvPr>
              <p:cNvSpPr/>
              <p:nvPr/>
            </p:nvSpPr>
            <p:spPr>
              <a:xfrm>
                <a:off x="10374115" y="6205542"/>
                <a:ext cx="946403" cy="216850"/>
              </a:xfrm>
              <a:prstGeom prst="roundRect">
                <a:avLst/>
              </a:prstGeom>
              <a:solidFill>
                <a:srgbClr val="FF61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32" name="文字方塊 31">
              <a:extLst>
                <a:ext uri="{FF2B5EF4-FFF2-40B4-BE49-F238E27FC236}">
                  <a16:creationId xmlns="" xmlns:a16="http://schemas.microsoft.com/office/drawing/2014/main" id="{975057D1-802C-156E-2B05-4298D94A9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3317" y="6444037"/>
              <a:ext cx="952755" cy="26117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rgbClr val="174567"/>
                  </a:solidFill>
                  <a:ea typeface="Malgun Gothic" panose="020B0503020000020004" pitchFamily="34" charset="-127"/>
                </a:rPr>
                <a:t>Sampling</a:t>
              </a:r>
              <a:endParaRPr lang="zh-TW" altLang="en-US" sz="2000">
                <a:solidFill>
                  <a:srgbClr val="174567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="" xmlns:a16="http://schemas.microsoft.com/office/drawing/2014/main" id="{9F3C043C-4134-0601-F41A-CA9B75291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95297" y="6444037"/>
              <a:ext cx="932113" cy="25958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TW" sz="1100">
                  <a:solidFill>
                    <a:schemeClr val="bg1"/>
                  </a:solidFill>
                  <a:ea typeface="Malgun Gothic" panose="020B0503020000020004" pitchFamily="34" charset="-127"/>
                </a:rPr>
                <a:t>Concept</a:t>
              </a:r>
              <a:endParaRPr lang="zh-TW" altLang="en-US" sz="11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="" xmlns:a16="http://schemas.microsoft.com/office/drawing/2014/main" id="{31F52471-5792-7893-3515-576CB0395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4945" y="6444037"/>
              <a:ext cx="1235406" cy="27699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 sz="1200">
                  <a:solidFill>
                    <a:schemeClr val="bg1"/>
                  </a:solidFill>
                  <a:ea typeface="Malgun Gothic" panose="020B0503020000020004" pitchFamily="34" charset="-127"/>
                </a:rPr>
                <a:t>In Production</a:t>
              </a:r>
              <a:endParaRPr lang="zh-TW" altLang="en-US" sz="1200">
                <a:solidFill>
                  <a:schemeClr val="bg1"/>
                </a:solidFill>
                <a:ea typeface="Malgun Gothic" panose="020B0503020000020004" pitchFamily="34" charset="-127"/>
              </a:endParaRPr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="" xmlns:a16="http://schemas.microsoft.com/office/drawing/2014/main" id="{745B30F3-8CCE-0192-990F-9D103516B4C6}"/>
              </a:ext>
            </a:extLst>
          </p:cNvPr>
          <p:cNvGrpSpPr>
            <a:grpSpLocks/>
          </p:cNvGrpSpPr>
          <p:nvPr/>
        </p:nvGrpSpPr>
        <p:grpSpPr bwMode="auto">
          <a:xfrm>
            <a:off x="3911600" y="1062038"/>
            <a:ext cx="1608138" cy="5641975"/>
            <a:chOff x="3911331" y="1062192"/>
            <a:chExt cx="1608988" cy="5641707"/>
          </a:xfrm>
        </p:grpSpPr>
        <p:grpSp>
          <p:nvGrpSpPr>
            <p:cNvPr id="39" name="群組 38">
              <a:extLst>
                <a:ext uri="{FF2B5EF4-FFF2-40B4-BE49-F238E27FC236}">
                  <a16:creationId xmlns="" xmlns:a16="http://schemas.microsoft.com/office/drawing/2014/main" id="{D768DF98-B32F-D6F3-8F67-1D37BD19C11D}"/>
                </a:ext>
              </a:extLst>
            </p:cNvPr>
            <p:cNvGrpSpPr/>
            <p:nvPr/>
          </p:nvGrpSpPr>
          <p:grpSpPr>
            <a:xfrm>
              <a:off x="3911331" y="1109444"/>
              <a:ext cx="1608988" cy="5594455"/>
              <a:chOff x="5664917" y="806106"/>
              <a:chExt cx="1608988" cy="6018183"/>
            </a:xfrm>
            <a:solidFill>
              <a:srgbClr val="226597"/>
            </a:solidFill>
          </p:grpSpPr>
          <p:sp>
            <p:nvSpPr>
              <p:cNvPr id="41" name="矩形 40">
                <a:extLst>
                  <a:ext uri="{FF2B5EF4-FFF2-40B4-BE49-F238E27FC236}">
                    <a16:creationId xmlns="" xmlns:a16="http://schemas.microsoft.com/office/drawing/2014/main" id="{913A8644-507D-400B-8A67-D06F25BC450D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4"/>
              </a:xfrm>
              <a:prstGeom prst="rect">
                <a:avLst/>
              </a:prstGeom>
              <a:solidFill>
                <a:srgbClr val="87C0CD"/>
              </a:solidFill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42" name="直線接點 41">
                <a:extLst>
                  <a:ext uri="{FF2B5EF4-FFF2-40B4-BE49-F238E27FC236}">
                    <a16:creationId xmlns="" xmlns:a16="http://schemas.microsoft.com/office/drawing/2014/main" id="{9D957BDE-078B-0F3B-65C2-85545257909C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8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文字方塊 39">
              <a:extLst>
                <a:ext uri="{FF2B5EF4-FFF2-40B4-BE49-F238E27FC236}">
                  <a16:creationId xmlns="" xmlns:a16="http://schemas.microsoft.com/office/drawing/2014/main" id="{9565F68A-34E1-687B-4D88-4E405994F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0861" y="1062192"/>
              <a:ext cx="1318321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CQ4’19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43" name="群組 42">
            <a:extLst>
              <a:ext uri="{FF2B5EF4-FFF2-40B4-BE49-F238E27FC236}">
                <a16:creationId xmlns="" xmlns:a16="http://schemas.microsoft.com/office/drawing/2014/main" id="{460FDE9E-82A9-35C9-61E7-4627497A8CE4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1062038"/>
            <a:ext cx="1609725" cy="5641975"/>
            <a:chOff x="5941118" y="1062192"/>
            <a:chExt cx="1608988" cy="5641707"/>
          </a:xfrm>
        </p:grpSpPr>
        <p:grpSp>
          <p:nvGrpSpPr>
            <p:cNvPr id="44" name="群組 43">
              <a:extLst>
                <a:ext uri="{FF2B5EF4-FFF2-40B4-BE49-F238E27FC236}">
                  <a16:creationId xmlns="" xmlns:a16="http://schemas.microsoft.com/office/drawing/2014/main" id="{6E1A6408-0FD1-69B9-4921-6CA7E22C98D6}"/>
                </a:ext>
              </a:extLst>
            </p:cNvPr>
            <p:cNvGrpSpPr/>
            <p:nvPr/>
          </p:nvGrpSpPr>
          <p:grpSpPr>
            <a:xfrm>
              <a:off x="5941118" y="1109444"/>
              <a:ext cx="1608988" cy="5594455"/>
              <a:chOff x="5664917" y="806106"/>
              <a:chExt cx="1608988" cy="6018183"/>
            </a:xfrm>
            <a:solidFill>
              <a:srgbClr val="87C0CD"/>
            </a:solidFill>
          </p:grpSpPr>
          <p:sp>
            <p:nvSpPr>
              <p:cNvPr id="46" name="矩形 45">
                <a:extLst>
                  <a:ext uri="{FF2B5EF4-FFF2-40B4-BE49-F238E27FC236}">
                    <a16:creationId xmlns="" xmlns:a16="http://schemas.microsoft.com/office/drawing/2014/main" id="{43A8C132-84A8-442D-11E4-0209A719994E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4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47" name="直線接點 46">
                <a:extLst>
                  <a:ext uri="{FF2B5EF4-FFF2-40B4-BE49-F238E27FC236}">
                    <a16:creationId xmlns="" xmlns:a16="http://schemas.microsoft.com/office/drawing/2014/main" id="{DE5A3602-77F4-71F9-0FF1-6E98631F8B56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8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字方塊 44">
              <a:extLst>
                <a:ext uri="{FF2B5EF4-FFF2-40B4-BE49-F238E27FC236}">
                  <a16:creationId xmlns="" xmlns:a16="http://schemas.microsoft.com/office/drawing/2014/main" id="{490B657F-CC2B-0CBD-3DDC-793FB6B96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0639" y="1062192"/>
              <a:ext cx="1483633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CQ1’20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="" xmlns:a16="http://schemas.microsoft.com/office/drawing/2014/main" id="{029185E7-28F4-629F-4757-E051291A9797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1057275"/>
            <a:ext cx="1609725" cy="5657850"/>
            <a:chOff x="7970905" y="1057222"/>
            <a:chExt cx="1608988" cy="5658107"/>
          </a:xfrm>
        </p:grpSpPr>
        <p:grpSp>
          <p:nvGrpSpPr>
            <p:cNvPr id="49" name="群組 48">
              <a:extLst>
                <a:ext uri="{FF2B5EF4-FFF2-40B4-BE49-F238E27FC236}">
                  <a16:creationId xmlns="" xmlns:a16="http://schemas.microsoft.com/office/drawing/2014/main" id="{F3D13EEF-3ECD-7781-D54E-48871C8C1262}"/>
                </a:ext>
              </a:extLst>
            </p:cNvPr>
            <p:cNvGrpSpPr/>
            <p:nvPr/>
          </p:nvGrpSpPr>
          <p:grpSpPr>
            <a:xfrm>
              <a:off x="7970905" y="1109444"/>
              <a:ext cx="1608988" cy="5605885"/>
              <a:chOff x="5664917" y="806107"/>
              <a:chExt cx="1608988" cy="6030477"/>
            </a:xfrm>
            <a:solidFill>
              <a:srgbClr val="87C0CD"/>
            </a:solidFill>
          </p:grpSpPr>
          <p:sp>
            <p:nvSpPr>
              <p:cNvPr id="51" name="矩形 50">
                <a:extLst>
                  <a:ext uri="{FF2B5EF4-FFF2-40B4-BE49-F238E27FC236}">
                    <a16:creationId xmlns="" xmlns:a16="http://schemas.microsoft.com/office/drawing/2014/main" id="{2C044C3A-BE5B-5E00-5A82-F1ADBD3680F5}"/>
                  </a:ext>
                </a:extLst>
              </p:cNvPr>
              <p:cNvSpPr/>
              <p:nvPr/>
            </p:nvSpPr>
            <p:spPr>
              <a:xfrm>
                <a:off x="5664917" y="806107"/>
                <a:ext cx="1608988" cy="287183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52" name="直線接點 51">
                <a:extLst>
                  <a:ext uri="{FF2B5EF4-FFF2-40B4-BE49-F238E27FC236}">
                    <a16:creationId xmlns="" xmlns:a16="http://schemas.microsoft.com/office/drawing/2014/main" id="{7CA6977E-0902-BC96-A132-959B0C1056C2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44293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文字方塊 49">
              <a:extLst>
                <a:ext uri="{FF2B5EF4-FFF2-40B4-BE49-F238E27FC236}">
                  <a16:creationId xmlns="" xmlns:a16="http://schemas.microsoft.com/office/drawing/2014/main" id="{BF226A25-964D-1501-404D-FF098B588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0426" y="1057222"/>
              <a:ext cx="1386840" cy="3699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CQ2’20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="" xmlns:a16="http://schemas.microsoft.com/office/drawing/2014/main" id="{3C427957-71C2-4954-559A-CC8A84C4D5E3}"/>
              </a:ext>
            </a:extLst>
          </p:cNvPr>
          <p:cNvGrpSpPr>
            <a:grpSpLocks/>
          </p:cNvGrpSpPr>
          <p:nvPr/>
        </p:nvGrpSpPr>
        <p:grpSpPr bwMode="auto">
          <a:xfrm>
            <a:off x="10001250" y="1062038"/>
            <a:ext cx="1608138" cy="5641975"/>
            <a:chOff x="10000693" y="1062192"/>
            <a:chExt cx="1608988" cy="5641706"/>
          </a:xfrm>
        </p:grpSpPr>
        <p:grpSp>
          <p:nvGrpSpPr>
            <p:cNvPr id="54" name="群組 53">
              <a:extLst>
                <a:ext uri="{FF2B5EF4-FFF2-40B4-BE49-F238E27FC236}">
                  <a16:creationId xmlns="" xmlns:a16="http://schemas.microsoft.com/office/drawing/2014/main" id="{05B64E52-6975-0BE5-EF30-2617B1FC1245}"/>
                </a:ext>
              </a:extLst>
            </p:cNvPr>
            <p:cNvGrpSpPr/>
            <p:nvPr/>
          </p:nvGrpSpPr>
          <p:grpSpPr>
            <a:xfrm>
              <a:off x="10000693" y="1109444"/>
              <a:ext cx="1608988" cy="5594454"/>
              <a:chOff x="5664917" y="806106"/>
              <a:chExt cx="1608988" cy="6018182"/>
            </a:xfrm>
            <a:solidFill>
              <a:srgbClr val="87C0CD"/>
            </a:solidFill>
          </p:grpSpPr>
          <p:sp>
            <p:nvSpPr>
              <p:cNvPr id="56" name="矩形 55">
                <a:extLst>
                  <a:ext uri="{FF2B5EF4-FFF2-40B4-BE49-F238E27FC236}">
                    <a16:creationId xmlns="" xmlns:a16="http://schemas.microsoft.com/office/drawing/2014/main" id="{0E581626-2636-9F5B-7EF9-400A2324FACC}"/>
                  </a:ext>
                </a:extLst>
              </p:cNvPr>
              <p:cNvSpPr/>
              <p:nvPr/>
            </p:nvSpPr>
            <p:spPr>
              <a:xfrm>
                <a:off x="5664917" y="806106"/>
                <a:ext cx="1608988" cy="287183"/>
              </a:xfrm>
              <a:prstGeom prst="rect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endParaRPr>
              </a:p>
            </p:txBody>
          </p:sp>
          <p:cxnSp>
            <p:nvCxnSpPr>
              <p:cNvPr id="57" name="直線接點 56">
                <a:extLst>
                  <a:ext uri="{FF2B5EF4-FFF2-40B4-BE49-F238E27FC236}">
                    <a16:creationId xmlns="" xmlns:a16="http://schemas.microsoft.com/office/drawing/2014/main" id="{8662046F-EA9D-708A-989A-8D1F52064A21}"/>
                  </a:ext>
                </a:extLst>
              </p:cNvPr>
              <p:cNvCxnSpPr/>
              <p:nvPr/>
            </p:nvCxnSpPr>
            <p:spPr>
              <a:xfrm>
                <a:off x="5664917" y="1092291"/>
                <a:ext cx="0" cy="5731997"/>
              </a:xfrm>
              <a:prstGeom prst="line">
                <a:avLst/>
              </a:prstGeom>
              <a:grpFill/>
              <a:ln>
                <a:solidFill>
                  <a:srgbClr val="87C0C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字方塊 54">
              <a:extLst>
                <a:ext uri="{FF2B5EF4-FFF2-40B4-BE49-F238E27FC236}">
                  <a16:creationId xmlns="" xmlns:a16="http://schemas.microsoft.com/office/drawing/2014/main" id="{AFAAB1FB-EB32-5CAF-071F-D204DBA44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0223" y="1062192"/>
              <a:ext cx="1516864" cy="3698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TW">
                  <a:solidFill>
                    <a:srgbClr val="FFFFFF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CQ3’20</a:t>
              </a:r>
              <a:endParaRPr kumimoji="1" lang="zh-TW" altLang="en-US">
                <a:solidFill>
                  <a:srgbClr val="FFFFFF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</p:grpSp>
      <p:grpSp>
        <p:nvGrpSpPr>
          <p:cNvPr id="58" name="群組 63">
            <a:extLst>
              <a:ext uri="{FF2B5EF4-FFF2-40B4-BE49-F238E27FC236}">
                <a16:creationId xmlns="" xmlns:a16="http://schemas.microsoft.com/office/drawing/2014/main" id="{71B8E2C1-B3F8-1B8C-85FA-8620549259E1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59" name="矩形 64">
              <a:extLst>
                <a:ext uri="{FF2B5EF4-FFF2-40B4-BE49-F238E27FC236}">
                  <a16:creationId xmlns="" xmlns:a16="http://schemas.microsoft.com/office/drawing/2014/main" id="{9BFEC975-ABF4-1C76-3663-D9686EB5D376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0" name="矩形 65">
              <a:extLst>
                <a:ext uri="{FF2B5EF4-FFF2-40B4-BE49-F238E27FC236}">
                  <a16:creationId xmlns="" xmlns:a16="http://schemas.microsoft.com/office/drawing/2014/main" id="{4E012523-F903-9927-C6A2-B637AF00406D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61" name="圓角矩形 1">
            <a:extLst>
              <a:ext uri="{FF2B5EF4-FFF2-40B4-BE49-F238E27FC236}">
                <a16:creationId xmlns="" xmlns:a16="http://schemas.microsoft.com/office/drawing/2014/main" id="{77EC150C-7602-49C3-5EDE-37AB811916C6}"/>
              </a:ext>
            </a:extLst>
          </p:cNvPr>
          <p:cNvSpPr/>
          <p:nvPr/>
        </p:nvSpPr>
        <p:spPr>
          <a:xfrm>
            <a:off x="114300" y="1468438"/>
            <a:ext cx="11933238" cy="5327650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62" name="群組 2">
            <a:extLst>
              <a:ext uri="{FF2B5EF4-FFF2-40B4-BE49-F238E27FC236}">
                <a16:creationId xmlns="" xmlns:a16="http://schemas.microsoft.com/office/drawing/2014/main" id="{15486349-BCAE-90AF-9D03-E4257C0945AF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595438"/>
            <a:ext cx="11774488" cy="5116512"/>
            <a:chOff x="186862" y="1589733"/>
            <a:chExt cx="11774321" cy="5117422"/>
          </a:xfrm>
        </p:grpSpPr>
        <p:sp>
          <p:nvSpPr>
            <p:cNvPr id="63" name="矩形 3">
              <a:extLst>
                <a:ext uri="{FF2B5EF4-FFF2-40B4-BE49-F238E27FC236}">
                  <a16:creationId xmlns="" xmlns:a16="http://schemas.microsoft.com/office/drawing/2014/main" id="{DE9E8634-C7F1-2445-436B-135CC9BF31B8}"/>
                </a:ext>
              </a:extLst>
            </p:cNvPr>
            <p:cNvSpPr/>
            <p:nvPr/>
          </p:nvSpPr>
          <p:spPr>
            <a:xfrm>
              <a:off x="7962327" y="1594496"/>
              <a:ext cx="2046259" cy="511265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4" name="矩形 4">
              <a:extLst>
                <a:ext uri="{FF2B5EF4-FFF2-40B4-BE49-F238E27FC236}">
                  <a16:creationId xmlns="" xmlns:a16="http://schemas.microsoft.com/office/drawing/2014/main" id="{7ADCD5E3-DEEE-13B3-5946-2D5567C6C154}"/>
                </a:ext>
              </a:extLst>
            </p:cNvPr>
            <p:cNvSpPr/>
            <p:nvPr/>
          </p:nvSpPr>
          <p:spPr>
            <a:xfrm>
              <a:off x="10013348" y="1594496"/>
              <a:ext cx="1746225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5" name="矩形 5">
              <a:extLst>
                <a:ext uri="{FF2B5EF4-FFF2-40B4-BE49-F238E27FC236}">
                  <a16:creationId xmlns="" xmlns:a16="http://schemas.microsoft.com/office/drawing/2014/main" id="{C3A5AE53-0656-5446-ED33-24CE738321A5}"/>
                </a:ext>
              </a:extLst>
            </p:cNvPr>
            <p:cNvSpPr/>
            <p:nvPr/>
          </p:nvSpPr>
          <p:spPr>
            <a:xfrm>
              <a:off x="5936705" y="1594496"/>
              <a:ext cx="2031971" cy="511265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6" name="矩形 6">
              <a:extLst>
                <a:ext uri="{FF2B5EF4-FFF2-40B4-BE49-F238E27FC236}">
                  <a16:creationId xmlns="" xmlns:a16="http://schemas.microsoft.com/office/drawing/2014/main" id="{156FB585-E7D3-EB68-4E64-D27EFC9F5B02}"/>
                </a:ext>
              </a:extLst>
            </p:cNvPr>
            <p:cNvSpPr/>
            <p:nvPr/>
          </p:nvSpPr>
          <p:spPr>
            <a:xfrm>
              <a:off x="3898384" y="1594496"/>
              <a:ext cx="2043084" cy="5109484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7" name="圓角矩形 7">
              <a:extLst>
                <a:ext uri="{FF2B5EF4-FFF2-40B4-BE49-F238E27FC236}">
                  <a16:creationId xmlns="" xmlns:a16="http://schemas.microsoft.com/office/drawing/2014/main" id="{C6ACF8B4-43AA-EDFD-778C-133C15E373C9}"/>
                </a:ext>
              </a:extLst>
            </p:cNvPr>
            <p:cNvSpPr/>
            <p:nvPr/>
          </p:nvSpPr>
          <p:spPr>
            <a:xfrm>
              <a:off x="11392866" y="1594496"/>
              <a:ext cx="568317" cy="511265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68" name="群組 8">
              <a:extLst>
                <a:ext uri="{FF2B5EF4-FFF2-40B4-BE49-F238E27FC236}">
                  <a16:creationId xmlns="" xmlns:a16="http://schemas.microsoft.com/office/drawing/2014/main" id="{BB24C5EA-D46D-D3E3-A2AB-4C33C816A875}"/>
                </a:ext>
              </a:extLst>
            </p:cNvPr>
            <p:cNvGrpSpPr/>
            <p:nvPr/>
          </p:nvGrpSpPr>
          <p:grpSpPr>
            <a:xfrm>
              <a:off x="186862" y="1589733"/>
              <a:ext cx="3740797" cy="5114167"/>
              <a:chOff x="219434" y="1651136"/>
              <a:chExt cx="3229261" cy="5023435"/>
            </a:xfrm>
            <a:solidFill>
              <a:srgbClr val="E9F0F3"/>
            </a:solidFill>
          </p:grpSpPr>
          <p:sp>
            <p:nvSpPr>
              <p:cNvPr id="69" name="矩形 9">
                <a:extLst>
                  <a:ext uri="{FF2B5EF4-FFF2-40B4-BE49-F238E27FC236}">
                    <a16:creationId xmlns="" xmlns:a16="http://schemas.microsoft.com/office/drawing/2014/main" id="{D3884F18-659E-B4DF-7CEC-26CA4E0B451D}"/>
                  </a:ext>
                </a:extLst>
              </p:cNvPr>
              <p:cNvSpPr/>
              <p:nvPr/>
            </p:nvSpPr>
            <p:spPr>
              <a:xfrm>
                <a:off x="445169" y="1655249"/>
                <a:ext cx="3003526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70" name="圓角矩形 10">
                <a:extLst>
                  <a:ext uri="{FF2B5EF4-FFF2-40B4-BE49-F238E27FC236}">
                    <a16:creationId xmlns="" xmlns:a16="http://schemas.microsoft.com/office/drawing/2014/main" id="{29BA9781-241B-C750-E992-EFD558658CEB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grpSp>
        <p:nvGrpSpPr>
          <p:cNvPr id="71" name="群組 17">
            <a:extLst>
              <a:ext uri="{FF2B5EF4-FFF2-40B4-BE49-F238E27FC236}">
                <a16:creationId xmlns="" xmlns:a16="http://schemas.microsoft.com/office/drawing/2014/main" id="{20FA7D7D-DF61-054E-DCE4-B34DDE9AA176}"/>
              </a:ext>
            </a:extLst>
          </p:cNvPr>
          <p:cNvGrpSpPr/>
          <p:nvPr/>
        </p:nvGrpSpPr>
        <p:grpSpPr>
          <a:xfrm>
            <a:off x="4417687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2" name="橢圓 18">
              <a:extLst>
                <a:ext uri="{FF2B5EF4-FFF2-40B4-BE49-F238E27FC236}">
                  <a16:creationId xmlns="" xmlns:a16="http://schemas.microsoft.com/office/drawing/2014/main" id="{016D1CA4-0046-EA85-70C9-DC9B9E6511F6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3" name="橢圓 19">
              <a:extLst>
                <a:ext uri="{FF2B5EF4-FFF2-40B4-BE49-F238E27FC236}">
                  <a16:creationId xmlns="" xmlns:a16="http://schemas.microsoft.com/office/drawing/2014/main" id="{73117C65-A855-D5C6-2A4A-DA1A734C6ABC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4" name="群組 20">
            <a:extLst>
              <a:ext uri="{FF2B5EF4-FFF2-40B4-BE49-F238E27FC236}">
                <a16:creationId xmlns="" xmlns:a16="http://schemas.microsoft.com/office/drawing/2014/main" id="{5151FA1B-0128-1472-5826-D3BB2852DE81}"/>
              </a:ext>
            </a:extLst>
          </p:cNvPr>
          <p:cNvGrpSpPr/>
          <p:nvPr/>
        </p:nvGrpSpPr>
        <p:grpSpPr>
          <a:xfrm>
            <a:off x="6468868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75" name="橢圓 21">
              <a:extLst>
                <a:ext uri="{FF2B5EF4-FFF2-40B4-BE49-F238E27FC236}">
                  <a16:creationId xmlns="" xmlns:a16="http://schemas.microsoft.com/office/drawing/2014/main" id="{146AB6B3-74DC-A27C-75A6-8089C26609D5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6" name="橢圓 22">
              <a:extLst>
                <a:ext uri="{FF2B5EF4-FFF2-40B4-BE49-F238E27FC236}">
                  <a16:creationId xmlns="" xmlns:a16="http://schemas.microsoft.com/office/drawing/2014/main" id="{0DD1295B-FB09-EF26-5281-8EFC1738BC0C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7" name="群組 23">
            <a:extLst>
              <a:ext uri="{FF2B5EF4-FFF2-40B4-BE49-F238E27FC236}">
                <a16:creationId xmlns="" xmlns:a16="http://schemas.microsoft.com/office/drawing/2014/main" id="{A440C48F-4DC3-0E70-348E-B168703C04EC}"/>
              </a:ext>
            </a:extLst>
          </p:cNvPr>
          <p:cNvGrpSpPr/>
          <p:nvPr/>
        </p:nvGrpSpPr>
        <p:grpSpPr>
          <a:xfrm>
            <a:off x="8520049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80" name="橢圓 24">
              <a:extLst>
                <a:ext uri="{FF2B5EF4-FFF2-40B4-BE49-F238E27FC236}">
                  <a16:creationId xmlns="" xmlns:a16="http://schemas.microsoft.com/office/drawing/2014/main" id="{DE39A7C9-3A4A-E328-F325-4ECAC3A55D62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1" name="橢圓 25">
              <a:extLst>
                <a:ext uri="{FF2B5EF4-FFF2-40B4-BE49-F238E27FC236}">
                  <a16:creationId xmlns="" xmlns:a16="http://schemas.microsoft.com/office/drawing/2014/main" id="{056AD96E-2CAE-2E35-07AE-4BBD9A611240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82" name="群組 26">
            <a:extLst>
              <a:ext uri="{FF2B5EF4-FFF2-40B4-BE49-F238E27FC236}">
                <a16:creationId xmlns="" xmlns:a16="http://schemas.microsoft.com/office/drawing/2014/main" id="{5407050D-E03D-CFEA-6BEF-9C9C57411BC5}"/>
              </a:ext>
            </a:extLst>
          </p:cNvPr>
          <p:cNvGrpSpPr/>
          <p:nvPr/>
        </p:nvGrpSpPr>
        <p:grpSpPr>
          <a:xfrm>
            <a:off x="10571231" y="1498705"/>
            <a:ext cx="821790" cy="65611"/>
            <a:chOff x="4064847" y="1504260"/>
            <a:chExt cx="821790" cy="65611"/>
          </a:xfrm>
          <a:solidFill>
            <a:srgbClr val="719EBE"/>
          </a:solidFill>
        </p:grpSpPr>
        <p:sp>
          <p:nvSpPr>
            <p:cNvPr id="83" name="橢圓 27">
              <a:extLst>
                <a:ext uri="{FF2B5EF4-FFF2-40B4-BE49-F238E27FC236}">
                  <a16:creationId xmlns="" xmlns:a16="http://schemas.microsoft.com/office/drawing/2014/main" id="{6CAE3D88-59F4-E08A-A1E2-AF5A06C15576}"/>
                </a:ext>
              </a:extLst>
            </p:cNvPr>
            <p:cNvSpPr/>
            <p:nvPr/>
          </p:nvSpPr>
          <p:spPr>
            <a:xfrm flipH="1">
              <a:off x="4821026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4" name="橢圓 28">
              <a:extLst>
                <a:ext uri="{FF2B5EF4-FFF2-40B4-BE49-F238E27FC236}">
                  <a16:creationId xmlns="" xmlns:a16="http://schemas.microsoft.com/office/drawing/2014/main" id="{5D037BE1-CFE3-475B-270F-DD05D34C031D}"/>
                </a:ext>
              </a:extLst>
            </p:cNvPr>
            <p:cNvSpPr/>
            <p:nvPr/>
          </p:nvSpPr>
          <p:spPr>
            <a:xfrm flipH="1">
              <a:off x="4064847" y="1504260"/>
              <a:ext cx="65611" cy="6561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85" name="圓角矩形 29">
            <a:extLst>
              <a:ext uri="{FF2B5EF4-FFF2-40B4-BE49-F238E27FC236}">
                <a16:creationId xmlns="" xmlns:a16="http://schemas.microsoft.com/office/drawing/2014/main" id="{3DF7D7CD-C57F-3C7E-0C47-99F8D8436AEB}"/>
              </a:ext>
            </a:extLst>
          </p:cNvPr>
          <p:cNvSpPr/>
          <p:nvPr/>
        </p:nvSpPr>
        <p:spPr>
          <a:xfrm>
            <a:off x="177800" y="1593850"/>
            <a:ext cx="11791950" cy="5113338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86" name="群組 13">
            <a:extLst>
              <a:ext uri="{FF2B5EF4-FFF2-40B4-BE49-F238E27FC236}">
                <a16:creationId xmlns="" xmlns:a16="http://schemas.microsoft.com/office/drawing/2014/main" id="{F78CBC94-8680-CFE1-B9FE-EDC2F1F839AF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1054100"/>
            <a:ext cx="1616075" cy="5707063"/>
            <a:chOff x="173040" y="1054078"/>
            <a:chExt cx="1616584" cy="5707722"/>
          </a:xfrm>
        </p:grpSpPr>
        <p:sp>
          <p:nvSpPr>
            <p:cNvPr id="87" name="矩形 31">
              <a:extLst>
                <a:ext uri="{FF2B5EF4-FFF2-40B4-BE49-F238E27FC236}">
                  <a16:creationId xmlns="" xmlns:a16="http://schemas.microsoft.com/office/drawing/2014/main" id="{5B535961-9396-F20F-0C67-3D2EDAE7801E}"/>
                </a:ext>
              </a:extLst>
            </p:cNvPr>
            <p:cNvSpPr/>
            <p:nvPr/>
          </p:nvSpPr>
          <p:spPr>
            <a:xfrm>
              <a:off x="180979" y="1109647"/>
              <a:ext cx="1608645" cy="26514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9CD3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sp>
          <p:nvSpPr>
            <p:cNvPr id="88" name="文字方塊 33">
              <a:extLst>
                <a:ext uri="{FF2B5EF4-FFF2-40B4-BE49-F238E27FC236}">
                  <a16:creationId xmlns="" xmlns:a16="http://schemas.microsoft.com/office/drawing/2014/main" id="{71D757FF-A51B-3B5D-3BFC-0DBC9F21F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40" y="1054078"/>
              <a:ext cx="1570531" cy="36993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Malgun Gothic" panose="020B0503020000020004" pitchFamily="34" charset="-127"/>
                  <a:ea typeface="微軟正黑體" panose="020B0604030504040204" pitchFamily="34" charset="-120"/>
                </a:defRPr>
              </a:lvl9pPr>
            </a:lstStyle>
            <a:p>
              <a:pPr eaLnBrk="1" hangingPunct="1">
                <a:defRPr/>
              </a:pPr>
              <a:r>
                <a:rPr lang="en-US" altLang="zh-TW">
                  <a:solidFill>
                    <a:schemeClr val="bg1"/>
                  </a:solidFill>
                  <a:latin typeface="Malgun Gothic Semilight" panose="020B0502040204020203" pitchFamily="34" charset="-120"/>
                  <a:ea typeface="Malgun Gothic Semilight" panose="020B0502040204020203" pitchFamily="34" charset="-120"/>
                  <a:cs typeface="Malgun Gothic Semilight" panose="020B0502040204020203" pitchFamily="34" charset="-120"/>
                </a:rPr>
                <a:t>Current</a:t>
              </a:r>
              <a:endParaRPr lang="zh-TW" altLang="en-US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89" name="直線接點 34">
              <a:extLst>
                <a:ext uri="{FF2B5EF4-FFF2-40B4-BE49-F238E27FC236}">
                  <a16:creationId xmlns="" xmlns:a16="http://schemas.microsoft.com/office/drawing/2014/main" id="{63AF3153-58E3-E760-F1DA-BB06550D6FBF}"/>
                </a:ext>
              </a:extLst>
            </p:cNvPr>
            <p:cNvCxnSpPr/>
            <p:nvPr/>
          </p:nvCxnSpPr>
          <p:spPr>
            <a:xfrm>
              <a:off x="180979" y="1227136"/>
              <a:ext cx="0" cy="5534664"/>
            </a:xfrm>
            <a:prstGeom prst="line">
              <a:avLst/>
            </a:prstGeom>
            <a:solidFill>
              <a:srgbClr val="226597"/>
            </a:solidFill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0" name="圖片 73">
            <a:extLst>
              <a:ext uri="{FF2B5EF4-FFF2-40B4-BE49-F238E27FC236}">
                <a16:creationId xmlns="" xmlns:a16="http://schemas.microsoft.com/office/drawing/2014/main" id="{0C5E5E82-6EF9-E3A8-391A-943E46AD9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1" name="群組 35">
            <a:extLst>
              <a:ext uri="{FF2B5EF4-FFF2-40B4-BE49-F238E27FC236}">
                <a16:creationId xmlns="" xmlns:a16="http://schemas.microsoft.com/office/drawing/2014/main" id="{A83553FC-A061-B9AB-FA46-D743EB1750F8}"/>
              </a:ext>
            </a:extLst>
          </p:cNvPr>
          <p:cNvGrpSpPr/>
          <p:nvPr/>
        </p:nvGrpSpPr>
        <p:grpSpPr>
          <a:xfrm>
            <a:off x="3911331" y="1109444"/>
            <a:ext cx="1608988" cy="5594455"/>
            <a:chOff x="5664917" y="806106"/>
            <a:chExt cx="1608988" cy="6018183"/>
          </a:xfrm>
          <a:solidFill>
            <a:srgbClr val="226597"/>
          </a:solidFill>
        </p:grpSpPr>
        <p:sp>
          <p:nvSpPr>
            <p:cNvPr id="92" name="矩形 36">
              <a:extLst>
                <a:ext uri="{FF2B5EF4-FFF2-40B4-BE49-F238E27FC236}">
                  <a16:creationId xmlns="" xmlns:a16="http://schemas.microsoft.com/office/drawing/2014/main" id="{86EAEA0D-F800-753A-B131-5AA650421142}"/>
                </a:ext>
              </a:extLst>
            </p:cNvPr>
            <p:cNvSpPr/>
            <p:nvPr/>
          </p:nvSpPr>
          <p:spPr>
            <a:xfrm>
              <a:off x="5664917" y="806106"/>
              <a:ext cx="1608988" cy="287184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3" name="直線接點 38">
              <a:extLst>
                <a:ext uri="{FF2B5EF4-FFF2-40B4-BE49-F238E27FC236}">
                  <a16:creationId xmlns="" xmlns:a16="http://schemas.microsoft.com/office/drawing/2014/main" id="{0A25E093-D79A-47EC-4040-E8214C31704B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群組 40">
            <a:extLst>
              <a:ext uri="{FF2B5EF4-FFF2-40B4-BE49-F238E27FC236}">
                <a16:creationId xmlns="" xmlns:a16="http://schemas.microsoft.com/office/drawing/2014/main" id="{3B49F608-E642-414E-8688-86A6926FB359}"/>
              </a:ext>
            </a:extLst>
          </p:cNvPr>
          <p:cNvGrpSpPr/>
          <p:nvPr/>
        </p:nvGrpSpPr>
        <p:grpSpPr>
          <a:xfrm>
            <a:off x="5941118" y="1109444"/>
            <a:ext cx="1608988" cy="5594455"/>
            <a:chOff x="5664917" y="806106"/>
            <a:chExt cx="1608988" cy="6018183"/>
          </a:xfrm>
          <a:solidFill>
            <a:srgbClr val="87C0CD"/>
          </a:solidFill>
        </p:grpSpPr>
        <p:sp>
          <p:nvSpPr>
            <p:cNvPr id="95" name="矩形 41">
              <a:extLst>
                <a:ext uri="{FF2B5EF4-FFF2-40B4-BE49-F238E27FC236}">
                  <a16:creationId xmlns="" xmlns:a16="http://schemas.microsoft.com/office/drawing/2014/main" id="{672ACABF-EE79-6CBD-9747-4E2B2D757E42}"/>
                </a:ext>
              </a:extLst>
            </p:cNvPr>
            <p:cNvSpPr/>
            <p:nvPr/>
          </p:nvSpPr>
          <p:spPr>
            <a:xfrm>
              <a:off x="5664917" y="806106"/>
              <a:ext cx="1608988" cy="287184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6" name="直線接點 43">
              <a:extLst>
                <a:ext uri="{FF2B5EF4-FFF2-40B4-BE49-F238E27FC236}">
                  <a16:creationId xmlns="" xmlns:a16="http://schemas.microsoft.com/office/drawing/2014/main" id="{4704068E-7F5C-6AB9-3D52-7D5575B8DB61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群組 45">
            <a:extLst>
              <a:ext uri="{FF2B5EF4-FFF2-40B4-BE49-F238E27FC236}">
                <a16:creationId xmlns="" xmlns:a16="http://schemas.microsoft.com/office/drawing/2014/main" id="{F0AF76A8-833D-7978-7B5F-DEA003B8EE56}"/>
              </a:ext>
            </a:extLst>
          </p:cNvPr>
          <p:cNvGrpSpPr/>
          <p:nvPr/>
        </p:nvGrpSpPr>
        <p:grpSpPr>
          <a:xfrm>
            <a:off x="7970905" y="1109444"/>
            <a:ext cx="1608988" cy="5605885"/>
            <a:chOff x="5664917" y="806107"/>
            <a:chExt cx="1608988" cy="6030477"/>
          </a:xfrm>
          <a:solidFill>
            <a:srgbClr val="87C0CD"/>
          </a:solidFill>
        </p:grpSpPr>
        <p:sp>
          <p:nvSpPr>
            <p:cNvPr id="98" name="矩形 46">
              <a:extLst>
                <a:ext uri="{FF2B5EF4-FFF2-40B4-BE49-F238E27FC236}">
                  <a16:creationId xmlns="" xmlns:a16="http://schemas.microsoft.com/office/drawing/2014/main" id="{F2B46158-F2C2-8C21-9861-CFE4257838F1}"/>
                </a:ext>
              </a:extLst>
            </p:cNvPr>
            <p:cNvSpPr/>
            <p:nvPr/>
          </p:nvSpPr>
          <p:spPr>
            <a:xfrm>
              <a:off x="5664917" y="806107"/>
              <a:ext cx="1608988" cy="28718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9" name="直線接點 48">
              <a:extLst>
                <a:ext uri="{FF2B5EF4-FFF2-40B4-BE49-F238E27FC236}">
                  <a16:creationId xmlns="" xmlns:a16="http://schemas.microsoft.com/office/drawing/2014/main" id="{EF36C504-A178-7312-6E08-FF740B3C41C5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群組 50">
            <a:extLst>
              <a:ext uri="{FF2B5EF4-FFF2-40B4-BE49-F238E27FC236}">
                <a16:creationId xmlns="" xmlns:a16="http://schemas.microsoft.com/office/drawing/2014/main" id="{E5B66013-3F04-851E-853D-A441B7D983EC}"/>
              </a:ext>
            </a:extLst>
          </p:cNvPr>
          <p:cNvGrpSpPr/>
          <p:nvPr/>
        </p:nvGrpSpPr>
        <p:grpSpPr>
          <a:xfrm>
            <a:off x="10000693" y="1109444"/>
            <a:ext cx="1608988" cy="5594454"/>
            <a:chOff x="5664917" y="806106"/>
            <a:chExt cx="1608988" cy="6018182"/>
          </a:xfrm>
          <a:solidFill>
            <a:srgbClr val="87C0CD"/>
          </a:solidFill>
        </p:grpSpPr>
        <p:sp>
          <p:nvSpPr>
            <p:cNvPr id="101" name="矩形 51">
              <a:extLst>
                <a:ext uri="{FF2B5EF4-FFF2-40B4-BE49-F238E27FC236}">
                  <a16:creationId xmlns="" xmlns:a16="http://schemas.microsoft.com/office/drawing/2014/main" id="{AA850A03-8E43-4E64-5F98-CB31A6556FA9}"/>
                </a:ext>
              </a:extLst>
            </p:cNvPr>
            <p:cNvSpPr/>
            <p:nvPr/>
          </p:nvSpPr>
          <p:spPr>
            <a:xfrm>
              <a:off x="5664917" y="806106"/>
              <a:ext cx="1608988" cy="28718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02" name="直線接點 53">
              <a:extLst>
                <a:ext uri="{FF2B5EF4-FFF2-40B4-BE49-F238E27FC236}">
                  <a16:creationId xmlns="" xmlns:a16="http://schemas.microsoft.com/office/drawing/2014/main" id="{1C0A69E4-2FB5-E929-0DB8-B75BCEA974A6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群組 12">
            <a:extLst>
              <a:ext uri="{FF2B5EF4-FFF2-40B4-BE49-F238E27FC236}">
                <a16:creationId xmlns="" xmlns:a16="http://schemas.microsoft.com/office/drawing/2014/main" id="{8F34C4BA-3930-68BF-B391-5E8848028E01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4" name="圓角矩形 86">
              <a:extLst>
                <a:ext uri="{FF2B5EF4-FFF2-40B4-BE49-F238E27FC236}">
                  <a16:creationId xmlns="" xmlns:a16="http://schemas.microsoft.com/office/drawing/2014/main" id="{819A1143-ADA3-EDB7-4D0E-94210CC82134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5" name="圓角矩形 87">
              <a:extLst>
                <a:ext uri="{FF2B5EF4-FFF2-40B4-BE49-F238E27FC236}">
                  <a16:creationId xmlns="" xmlns:a16="http://schemas.microsoft.com/office/drawing/2014/main" id="{E7D46590-3C4B-BD37-935E-AF628B14F228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6" name="圓角矩形 88">
              <a:extLst>
                <a:ext uri="{FF2B5EF4-FFF2-40B4-BE49-F238E27FC236}">
                  <a16:creationId xmlns="" xmlns:a16="http://schemas.microsoft.com/office/drawing/2014/main" id="{A638EC48-086F-7861-CD33-A920867BF8F0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7" name="TextBox 141">
            <a:extLst>
              <a:ext uri="{FF2B5EF4-FFF2-40B4-BE49-F238E27FC236}">
                <a16:creationId xmlns="" xmlns:a16="http://schemas.microsoft.com/office/drawing/2014/main" id="{DBFFE873-69BF-C734-250D-ED99501F1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108" name="TextBox 142">
            <a:extLst>
              <a:ext uri="{FF2B5EF4-FFF2-40B4-BE49-F238E27FC236}">
                <a16:creationId xmlns="" xmlns:a16="http://schemas.microsoft.com/office/drawing/2014/main" id="{AEEA6EAA-7460-3887-87E8-5C37EEC08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109" name="TextBox 143">
            <a:extLst>
              <a:ext uri="{FF2B5EF4-FFF2-40B4-BE49-F238E27FC236}">
                <a16:creationId xmlns="" xmlns:a16="http://schemas.microsoft.com/office/drawing/2014/main" id="{12D1C4FF-E9FA-2368-F863-FF13F416F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78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6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7" name="文字版面配置區 18"/>
          <p:cNvSpPr>
            <a:spLocks noGrp="1"/>
          </p:cNvSpPr>
          <p:nvPr>
            <p:ph type="body" sz="quarter" idx="12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5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3937417" y="1097890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6" name="文字版面配置區 37"/>
          <p:cNvSpPr>
            <a:spLocks noGrp="1"/>
          </p:cNvSpPr>
          <p:nvPr>
            <p:ph type="body" sz="quarter" idx="13"/>
          </p:nvPr>
        </p:nvSpPr>
        <p:spPr>
          <a:xfrm>
            <a:off x="5962313" y="1097890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7" name="文字版面配置區 40"/>
          <p:cNvSpPr>
            <a:spLocks noGrp="1"/>
          </p:cNvSpPr>
          <p:nvPr>
            <p:ph type="body" sz="quarter" idx="14"/>
          </p:nvPr>
        </p:nvSpPr>
        <p:spPr>
          <a:xfrm>
            <a:off x="7987209" y="1097890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8" name="文字版面配置區 44"/>
          <p:cNvSpPr>
            <a:spLocks noGrp="1"/>
          </p:cNvSpPr>
          <p:nvPr>
            <p:ph type="body" sz="quarter" idx="15"/>
          </p:nvPr>
        </p:nvSpPr>
        <p:spPr>
          <a:xfrm>
            <a:off x="10011800" y="1097890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30294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D2D96AD5-7DFF-1B8B-2191-961ECC8C4573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F699A848-FF82-EDDC-FBE8-495F782D7BEF}"/>
              </a:ext>
            </a:extLst>
          </p:cNvPr>
          <p:cNvSpPr/>
          <p:nvPr/>
        </p:nvSpPr>
        <p:spPr>
          <a:xfrm>
            <a:off x="10058400" y="1373188"/>
            <a:ext cx="1460500" cy="5381625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C6FBE379-ECE5-6EAB-632F-D6E0BBC824AE}"/>
              </a:ext>
            </a:extLst>
          </p:cNvPr>
          <p:cNvSpPr/>
          <p:nvPr/>
        </p:nvSpPr>
        <p:spPr>
          <a:xfrm>
            <a:off x="8866188" y="1373188"/>
            <a:ext cx="1536700" cy="5381625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05511B9-05B1-FE65-BD9B-7BC765A7BBF9}"/>
              </a:ext>
            </a:extLst>
          </p:cNvPr>
          <p:cNvSpPr/>
          <p:nvPr/>
        </p:nvSpPr>
        <p:spPr>
          <a:xfrm>
            <a:off x="6864350" y="1374775"/>
            <a:ext cx="1317625" cy="5378450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6" name="圓角矩形 7">
            <a:extLst>
              <a:ext uri="{FF2B5EF4-FFF2-40B4-BE49-F238E27FC236}">
                <a16:creationId xmlns="" xmlns:a16="http://schemas.microsoft.com/office/drawing/2014/main" id="{04CC894F-77CD-59EA-9EBC-6918CD71CC28}"/>
              </a:ext>
            </a:extLst>
          </p:cNvPr>
          <p:cNvSpPr/>
          <p:nvPr/>
        </p:nvSpPr>
        <p:spPr>
          <a:xfrm>
            <a:off x="11377613" y="1373188"/>
            <a:ext cx="568325" cy="5381625"/>
          </a:xfrm>
          <a:prstGeom prst="roundRect">
            <a:avLst>
              <a:gd name="adj" fmla="val 38515"/>
            </a:avLst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="" xmlns:a16="http://schemas.microsoft.com/office/drawing/2014/main" id="{6C3964EA-2F72-C59F-6231-E1FE750A4037}"/>
              </a:ext>
            </a:extLst>
          </p:cNvPr>
          <p:cNvGrpSpPr/>
          <p:nvPr/>
        </p:nvGrpSpPr>
        <p:grpSpPr>
          <a:xfrm>
            <a:off x="171952" y="1367295"/>
            <a:ext cx="8673693" cy="5384752"/>
            <a:chOff x="219434" y="1651136"/>
            <a:chExt cx="7487608" cy="5023435"/>
          </a:xfrm>
          <a:solidFill>
            <a:srgbClr val="E9F0F3"/>
          </a:solidFill>
        </p:grpSpPr>
        <p:sp>
          <p:nvSpPr>
            <p:cNvPr id="8" name="矩形 7">
              <a:extLst>
                <a:ext uri="{FF2B5EF4-FFF2-40B4-BE49-F238E27FC236}">
                  <a16:creationId xmlns="" xmlns:a16="http://schemas.microsoft.com/office/drawing/2014/main" id="{D664BE65-E372-C091-6F7C-6AAA2B313A04}"/>
                </a:ext>
              </a:extLst>
            </p:cNvPr>
            <p:cNvSpPr/>
            <p:nvPr/>
          </p:nvSpPr>
          <p:spPr>
            <a:xfrm>
              <a:off x="445168" y="1655249"/>
              <a:ext cx="7261874" cy="5019322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9" name="圓角矩形 10">
              <a:extLst>
                <a:ext uri="{FF2B5EF4-FFF2-40B4-BE49-F238E27FC236}">
                  <a16:creationId xmlns="" xmlns:a16="http://schemas.microsoft.com/office/drawing/2014/main" id="{4917460C-25FF-9DB4-A9E4-77EE82DF1BCE}"/>
                </a:ext>
              </a:extLst>
            </p:cNvPr>
            <p:cNvSpPr/>
            <p:nvPr/>
          </p:nvSpPr>
          <p:spPr>
            <a:xfrm>
              <a:off x="219434" y="1651136"/>
              <a:ext cx="492519" cy="5023435"/>
            </a:xfrm>
            <a:prstGeom prst="roundRect">
              <a:avLst>
                <a:gd name="adj" fmla="val 50000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0" name="矩形 3">
            <a:extLst>
              <a:ext uri="{FF2B5EF4-FFF2-40B4-BE49-F238E27FC236}">
                <a16:creationId xmlns="" xmlns:a16="http://schemas.microsoft.com/office/drawing/2014/main" id="{ED2D184D-0CF9-F032-3CBE-D0111D6032D5}"/>
              </a:ext>
            </a:extLst>
          </p:cNvPr>
          <p:cNvSpPr/>
          <p:nvPr/>
        </p:nvSpPr>
        <p:spPr>
          <a:xfrm>
            <a:off x="7286625" y="1373188"/>
            <a:ext cx="1579563" cy="5381625"/>
          </a:xfrm>
          <a:prstGeom prst="rect">
            <a:avLst/>
          </a:pr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C92BF9AC-4B21-3971-6936-82F8927C2066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="" xmlns:a16="http://schemas.microsoft.com/office/drawing/2014/main" id="{71B56728-256C-2B3D-5420-824373506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284287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Q4’20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="" xmlns:a16="http://schemas.microsoft.com/office/drawing/2014/main" id="{0F592A33-CFA6-4DCF-7758-34D041BF20AB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84">
            <a:extLst>
              <a:ext uri="{FF2B5EF4-FFF2-40B4-BE49-F238E27FC236}">
                <a16:creationId xmlns="" xmlns:a16="http://schemas.microsoft.com/office/drawing/2014/main" id="{A6B83971-DD19-CE0C-97F5-992850ACB92E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5" name="圓角矩形 29">
            <a:extLst>
              <a:ext uri="{FF2B5EF4-FFF2-40B4-BE49-F238E27FC236}">
                <a16:creationId xmlns="" xmlns:a16="http://schemas.microsoft.com/office/drawing/2014/main" id="{957847A5-58BF-1484-08C9-D9A955164CF3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="" xmlns:a16="http://schemas.microsoft.com/office/drawing/2014/main" id="{D54E07D8-18D3-3653-1C95-A68A82EFA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群組 45">
            <a:extLst>
              <a:ext uri="{FF2B5EF4-FFF2-40B4-BE49-F238E27FC236}">
                <a16:creationId xmlns="" xmlns:a16="http://schemas.microsoft.com/office/drawing/2014/main" id="{95565541-D8C4-0626-E9CA-083BB07F5C16}"/>
              </a:ext>
            </a:extLst>
          </p:cNvPr>
          <p:cNvGrpSpPr/>
          <p:nvPr/>
        </p:nvGrpSpPr>
        <p:grpSpPr>
          <a:xfrm>
            <a:off x="729517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18" name="矩形 46">
              <a:extLst>
                <a:ext uri="{FF2B5EF4-FFF2-40B4-BE49-F238E27FC236}">
                  <a16:creationId xmlns="" xmlns:a16="http://schemas.microsoft.com/office/drawing/2014/main" id="{FE49F7D9-51BA-6A90-25AE-3DDC73C5D009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9" name="直線接點 48">
              <a:extLst>
                <a:ext uri="{FF2B5EF4-FFF2-40B4-BE49-F238E27FC236}">
                  <a16:creationId xmlns="" xmlns:a16="http://schemas.microsoft.com/office/drawing/2014/main" id="{5E88FF43-3261-00A1-7447-D121A2B0386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50">
            <a:extLst>
              <a:ext uri="{FF2B5EF4-FFF2-40B4-BE49-F238E27FC236}">
                <a16:creationId xmlns="" xmlns:a16="http://schemas.microsoft.com/office/drawing/2014/main" id="{586F4BAD-9D68-BBE4-6F52-62E7AACADE6A}"/>
              </a:ext>
            </a:extLst>
          </p:cNvPr>
          <p:cNvGrpSpPr/>
          <p:nvPr/>
        </p:nvGrpSpPr>
        <p:grpSpPr>
          <a:xfrm>
            <a:off x="1041704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1" name="矩形 51">
              <a:extLst>
                <a:ext uri="{FF2B5EF4-FFF2-40B4-BE49-F238E27FC236}">
                  <a16:creationId xmlns="" xmlns:a16="http://schemas.microsoft.com/office/drawing/2014/main" id="{677A8A36-4C7E-E1CB-09CD-0650BDB07157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2" name="直線接點 53">
              <a:extLst>
                <a:ext uri="{FF2B5EF4-FFF2-40B4-BE49-F238E27FC236}">
                  <a16:creationId xmlns="" xmlns:a16="http://schemas.microsoft.com/office/drawing/2014/main" id="{CE52C526-9017-495D-DF4D-D8D8B964F441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50">
            <a:extLst>
              <a:ext uri="{FF2B5EF4-FFF2-40B4-BE49-F238E27FC236}">
                <a16:creationId xmlns="" xmlns:a16="http://schemas.microsoft.com/office/drawing/2014/main" id="{5A9871F7-72FB-A59B-02C4-522EF5ABC5A9}"/>
              </a:ext>
            </a:extLst>
          </p:cNvPr>
          <p:cNvGrpSpPr/>
          <p:nvPr/>
        </p:nvGrpSpPr>
        <p:grpSpPr>
          <a:xfrm>
            <a:off x="884950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4" name="矩形 51">
              <a:extLst>
                <a:ext uri="{FF2B5EF4-FFF2-40B4-BE49-F238E27FC236}">
                  <a16:creationId xmlns="" xmlns:a16="http://schemas.microsoft.com/office/drawing/2014/main" id="{9EDCC711-872A-FAB4-2596-DDE4E4AE40F3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5" name="直線接點 53">
              <a:extLst>
                <a:ext uri="{FF2B5EF4-FFF2-40B4-BE49-F238E27FC236}">
                  <a16:creationId xmlns="" xmlns:a16="http://schemas.microsoft.com/office/drawing/2014/main" id="{3A27E5E1-E980-5AD6-816C-1137CF177DE0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83">
            <a:extLst>
              <a:ext uri="{FF2B5EF4-FFF2-40B4-BE49-F238E27FC236}">
                <a16:creationId xmlns="" xmlns:a16="http://schemas.microsoft.com/office/drawing/2014/main" id="{92EFE7A8-9655-7C2C-5C8E-CE8831063964}"/>
              </a:ext>
            </a:extLst>
          </p:cNvPr>
          <p:cNvCxnSpPr>
            <a:cxnSpLocks/>
          </p:cNvCxnSpPr>
          <p:nvPr/>
        </p:nvCxnSpPr>
        <p:spPr>
          <a:xfrm>
            <a:off x="171450" y="440213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12">
            <a:extLst>
              <a:ext uri="{FF2B5EF4-FFF2-40B4-BE49-F238E27FC236}">
                <a16:creationId xmlns="" xmlns:a16="http://schemas.microsoft.com/office/drawing/2014/main" id="{F39967CC-3032-495D-9B48-7BF240CAE805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28" name="圓角矩形 86">
              <a:extLst>
                <a:ext uri="{FF2B5EF4-FFF2-40B4-BE49-F238E27FC236}">
                  <a16:creationId xmlns="" xmlns:a16="http://schemas.microsoft.com/office/drawing/2014/main" id="{DA3D481E-F8AA-1EC5-9A2C-CFFE5EDDFCF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9" name="圓角矩形 87">
              <a:extLst>
                <a:ext uri="{FF2B5EF4-FFF2-40B4-BE49-F238E27FC236}">
                  <a16:creationId xmlns="" xmlns:a16="http://schemas.microsoft.com/office/drawing/2014/main" id="{960C4F58-FE36-B895-67D8-F47D6DDD6A8D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0" name="圓角矩形 88">
              <a:extLst>
                <a:ext uri="{FF2B5EF4-FFF2-40B4-BE49-F238E27FC236}">
                  <a16:creationId xmlns="" xmlns:a16="http://schemas.microsoft.com/office/drawing/2014/main" id="{EA84042B-1AD9-EE8B-13A6-52124177429F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1" name="TextBox 52">
            <a:extLst>
              <a:ext uri="{FF2B5EF4-FFF2-40B4-BE49-F238E27FC236}">
                <a16:creationId xmlns="" xmlns:a16="http://schemas.microsoft.com/office/drawing/2014/main" id="{B1CA4304-804F-EF6A-2B08-1CDA4AA3D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2" name="TextBox 54">
            <a:extLst>
              <a:ext uri="{FF2B5EF4-FFF2-40B4-BE49-F238E27FC236}">
                <a16:creationId xmlns="" xmlns:a16="http://schemas.microsoft.com/office/drawing/2014/main" id="{5DB975AD-1039-19C6-1181-5607C4436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3" name="TextBox 55">
            <a:extLst>
              <a:ext uri="{FF2B5EF4-FFF2-40B4-BE49-F238E27FC236}">
                <a16:creationId xmlns="" xmlns:a16="http://schemas.microsoft.com/office/drawing/2014/main" id="{1CC087D2-ED12-E64D-1641-7FF41B5C0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4" name="群組 63">
            <a:extLst>
              <a:ext uri="{FF2B5EF4-FFF2-40B4-BE49-F238E27FC236}">
                <a16:creationId xmlns="" xmlns:a16="http://schemas.microsoft.com/office/drawing/2014/main" id="{B9E31AB8-2EEA-D264-5BA3-877BE405A832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64">
              <a:extLst>
                <a:ext uri="{FF2B5EF4-FFF2-40B4-BE49-F238E27FC236}">
                  <a16:creationId xmlns="" xmlns:a16="http://schemas.microsoft.com/office/drawing/2014/main" id="{141E05D7-FB36-851B-0704-78953D2976C1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65">
              <a:extLst>
                <a:ext uri="{FF2B5EF4-FFF2-40B4-BE49-F238E27FC236}">
                  <a16:creationId xmlns="" xmlns:a16="http://schemas.microsoft.com/office/drawing/2014/main" id="{C9C8A752-D4E6-55CE-69D9-0EFE3F5DAC59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1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7290383" y="991119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2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414310" y="991119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8846770" y="991119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27099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FDABB87A-A7AC-A5B9-CBE8-35608680DFFC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48A78DA9-4E7A-8F27-5E76-02868122E48C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55FA1D5C-DC3A-D8B0-B14D-F33CD2AA033D}"/>
                </a:ext>
              </a:extLst>
            </p:cNvPr>
            <p:cNvSpPr/>
            <p:nvPr/>
          </p:nvSpPr>
          <p:spPr>
            <a:xfrm>
              <a:off x="10073672" y="1594256"/>
              <a:ext cx="1460479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3DCCAEEE-DEE2-872D-B69D-5A6B08E9C40A}"/>
                </a:ext>
              </a:extLst>
            </p:cNvPr>
            <p:cNvSpPr/>
            <p:nvPr/>
          </p:nvSpPr>
          <p:spPr>
            <a:xfrm>
              <a:off x="8881477" y="1594256"/>
              <a:ext cx="1536678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EEC6EF99-2AFC-ED30-02BB-60D4C82B4DD7}"/>
                </a:ext>
              </a:extLst>
            </p:cNvPr>
            <p:cNvSpPr/>
            <p:nvPr/>
          </p:nvSpPr>
          <p:spPr>
            <a:xfrm>
              <a:off x="6879667" y="1595764"/>
              <a:ext cx="1316019" cy="5109883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圓角矩形 7">
              <a:extLst>
                <a:ext uri="{FF2B5EF4-FFF2-40B4-BE49-F238E27FC236}">
                  <a16:creationId xmlns="" xmlns:a16="http://schemas.microsoft.com/office/drawing/2014/main" id="{CE788FD2-FB28-4A54-8C2A-05EDD00A5E64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="" xmlns:a16="http://schemas.microsoft.com/office/drawing/2014/main" id="{62B38A1B-9F56-5BD4-C1BE-1EE7736FABB7}"/>
                </a:ext>
              </a:extLst>
            </p:cNvPr>
            <p:cNvGrpSpPr/>
            <p:nvPr/>
          </p:nvGrpSpPr>
          <p:grpSpPr>
            <a:xfrm>
              <a:off x="186862" y="1589733"/>
              <a:ext cx="8673693" cy="5114167"/>
              <a:chOff x="219434" y="1651136"/>
              <a:chExt cx="7487608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DF2ED878-4858-4369-DD37-6F508CB7DBE0}"/>
                  </a:ext>
                </a:extLst>
              </p:cNvPr>
              <p:cNvSpPr/>
              <p:nvPr/>
            </p:nvSpPr>
            <p:spPr>
              <a:xfrm>
                <a:off x="445168" y="1655249"/>
                <a:ext cx="7261874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9D369C84-F73D-3686-B0C2-2E9B7075AC71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  <p:sp>
          <p:nvSpPr>
            <p:cNvPr id="9" name="矩形 3">
              <a:extLst>
                <a:ext uri="{FF2B5EF4-FFF2-40B4-BE49-F238E27FC236}">
                  <a16:creationId xmlns="" xmlns:a16="http://schemas.microsoft.com/office/drawing/2014/main" id="{836A78C3-5078-93A4-5171-63F69C65B92F}"/>
                </a:ext>
              </a:extLst>
            </p:cNvPr>
            <p:cNvSpPr/>
            <p:nvPr/>
          </p:nvSpPr>
          <p:spPr>
            <a:xfrm>
              <a:off x="7301936" y="1594256"/>
              <a:ext cx="1579541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DC3ED6AF-9AD7-7263-148E-FA75C0B233A3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="" xmlns:a16="http://schemas.microsoft.com/office/drawing/2014/main" id="{92F5D6C0-85D2-CBA4-A8F5-5A0F1FC83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530350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="" xmlns:a16="http://schemas.microsoft.com/office/drawing/2014/main" id="{C7070656-1E1E-7634-2B70-D49EB1F57BB8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84">
            <a:extLst>
              <a:ext uri="{FF2B5EF4-FFF2-40B4-BE49-F238E27FC236}">
                <a16:creationId xmlns="" xmlns:a16="http://schemas.microsoft.com/office/drawing/2014/main" id="{7A3BBEA3-85D4-371D-A019-512FF415EF5C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6" name="圓角矩形 29">
            <a:extLst>
              <a:ext uri="{FF2B5EF4-FFF2-40B4-BE49-F238E27FC236}">
                <a16:creationId xmlns="" xmlns:a16="http://schemas.microsoft.com/office/drawing/2014/main" id="{2A21F609-2E75-6BE7-59F7-B068E48805A2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="" xmlns:a16="http://schemas.microsoft.com/office/drawing/2014/main" id="{0D1A3FDA-D79C-5338-1B24-AEACA31C5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群組 45">
            <a:extLst>
              <a:ext uri="{FF2B5EF4-FFF2-40B4-BE49-F238E27FC236}">
                <a16:creationId xmlns="" xmlns:a16="http://schemas.microsoft.com/office/drawing/2014/main" id="{A88AC77B-EECA-E8C8-BDF2-E8A33A057444}"/>
              </a:ext>
            </a:extLst>
          </p:cNvPr>
          <p:cNvGrpSpPr/>
          <p:nvPr/>
        </p:nvGrpSpPr>
        <p:grpSpPr>
          <a:xfrm>
            <a:off x="729517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19" name="矩形 46">
              <a:extLst>
                <a:ext uri="{FF2B5EF4-FFF2-40B4-BE49-F238E27FC236}">
                  <a16:creationId xmlns="" xmlns:a16="http://schemas.microsoft.com/office/drawing/2014/main" id="{180AA086-4896-1C71-DCE9-FA29AB78EE8D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0" name="直線接點 48">
              <a:extLst>
                <a:ext uri="{FF2B5EF4-FFF2-40B4-BE49-F238E27FC236}">
                  <a16:creationId xmlns="" xmlns:a16="http://schemas.microsoft.com/office/drawing/2014/main" id="{29D0E838-5DAB-739F-97FD-A387116EF3B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50">
            <a:extLst>
              <a:ext uri="{FF2B5EF4-FFF2-40B4-BE49-F238E27FC236}">
                <a16:creationId xmlns="" xmlns:a16="http://schemas.microsoft.com/office/drawing/2014/main" id="{A4D88CD2-15A8-681F-1456-1915E603C8AA}"/>
              </a:ext>
            </a:extLst>
          </p:cNvPr>
          <p:cNvGrpSpPr/>
          <p:nvPr/>
        </p:nvGrpSpPr>
        <p:grpSpPr>
          <a:xfrm>
            <a:off x="1041704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2" name="矩形 51">
              <a:extLst>
                <a:ext uri="{FF2B5EF4-FFF2-40B4-BE49-F238E27FC236}">
                  <a16:creationId xmlns="" xmlns:a16="http://schemas.microsoft.com/office/drawing/2014/main" id="{F0D7CC8D-67E0-71C1-116D-489E5C77AFA6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3" name="直線接點 53">
              <a:extLst>
                <a:ext uri="{FF2B5EF4-FFF2-40B4-BE49-F238E27FC236}">
                  <a16:creationId xmlns="" xmlns:a16="http://schemas.microsoft.com/office/drawing/2014/main" id="{DBD2E713-B78C-8849-D3BE-832CA9A43DE6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群組 50">
            <a:extLst>
              <a:ext uri="{FF2B5EF4-FFF2-40B4-BE49-F238E27FC236}">
                <a16:creationId xmlns="" xmlns:a16="http://schemas.microsoft.com/office/drawing/2014/main" id="{6749C7EE-7B70-3306-786C-DDDD9166F602}"/>
              </a:ext>
            </a:extLst>
          </p:cNvPr>
          <p:cNvGrpSpPr/>
          <p:nvPr/>
        </p:nvGrpSpPr>
        <p:grpSpPr>
          <a:xfrm>
            <a:off x="8849506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5" name="矩形 51">
              <a:extLst>
                <a:ext uri="{FF2B5EF4-FFF2-40B4-BE49-F238E27FC236}">
                  <a16:creationId xmlns="" xmlns:a16="http://schemas.microsoft.com/office/drawing/2014/main" id="{DAF6102D-CACD-E1C2-B41E-3A883F7BFCBF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6" name="直線接點 53">
              <a:extLst>
                <a:ext uri="{FF2B5EF4-FFF2-40B4-BE49-F238E27FC236}">
                  <a16:creationId xmlns="" xmlns:a16="http://schemas.microsoft.com/office/drawing/2014/main" id="{BF9AA591-ECB2-C6C2-9987-C4B8DDAB536E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群組 12">
            <a:extLst>
              <a:ext uri="{FF2B5EF4-FFF2-40B4-BE49-F238E27FC236}">
                <a16:creationId xmlns="" xmlns:a16="http://schemas.microsoft.com/office/drawing/2014/main" id="{984DA37A-69BE-9DDC-3986-1F762CDC4046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28" name="圓角矩形 86">
              <a:extLst>
                <a:ext uri="{FF2B5EF4-FFF2-40B4-BE49-F238E27FC236}">
                  <a16:creationId xmlns="" xmlns:a16="http://schemas.microsoft.com/office/drawing/2014/main" id="{5D634CB2-A6C5-3062-964D-84AB418F1B5D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29" name="圓角矩形 87">
              <a:extLst>
                <a:ext uri="{FF2B5EF4-FFF2-40B4-BE49-F238E27FC236}">
                  <a16:creationId xmlns="" xmlns:a16="http://schemas.microsoft.com/office/drawing/2014/main" id="{66375148-9EC6-627B-3C5D-11343655A091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0" name="圓角矩形 88">
              <a:extLst>
                <a:ext uri="{FF2B5EF4-FFF2-40B4-BE49-F238E27FC236}">
                  <a16:creationId xmlns="" xmlns:a16="http://schemas.microsoft.com/office/drawing/2014/main" id="{299E60B5-3490-08B9-F744-4A0DD99F53F5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1" name="TextBox 53">
            <a:extLst>
              <a:ext uri="{FF2B5EF4-FFF2-40B4-BE49-F238E27FC236}">
                <a16:creationId xmlns="" xmlns:a16="http://schemas.microsoft.com/office/drawing/2014/main" id="{A34B69BB-9E2A-5C22-474A-59E439EDA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2" name="TextBox 54">
            <a:extLst>
              <a:ext uri="{FF2B5EF4-FFF2-40B4-BE49-F238E27FC236}">
                <a16:creationId xmlns="" xmlns:a16="http://schemas.microsoft.com/office/drawing/2014/main" id="{D688760E-6473-6512-8EC6-3DF685F6A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3" name="TextBox 55">
            <a:extLst>
              <a:ext uri="{FF2B5EF4-FFF2-40B4-BE49-F238E27FC236}">
                <a16:creationId xmlns="" xmlns:a16="http://schemas.microsoft.com/office/drawing/2014/main" id="{DAE368D8-80D4-1244-6BFB-183ABBB0B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4" name="群組 63">
            <a:extLst>
              <a:ext uri="{FF2B5EF4-FFF2-40B4-BE49-F238E27FC236}">
                <a16:creationId xmlns="" xmlns:a16="http://schemas.microsoft.com/office/drawing/2014/main" id="{EE21BAFB-A43C-32E9-D310-3AB4A4E3AEB9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5" name="矩形 64">
              <a:extLst>
                <a:ext uri="{FF2B5EF4-FFF2-40B4-BE49-F238E27FC236}">
                  <a16:creationId xmlns="" xmlns:a16="http://schemas.microsoft.com/office/drawing/2014/main" id="{FEFD227E-1FA7-FE8D-FF62-45A5F3CD8807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6" name="矩形 65">
              <a:extLst>
                <a:ext uri="{FF2B5EF4-FFF2-40B4-BE49-F238E27FC236}">
                  <a16:creationId xmlns="" xmlns:a16="http://schemas.microsoft.com/office/drawing/2014/main" id="{4087950F-165D-81BE-085A-E40D5A66FB23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1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7290383" y="97418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2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414310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8846770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095791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L-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677636F0-C8AD-1DB6-7C0A-2490A283A65A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82A2969-10DF-BB24-DD40-DD15CF81F88D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C313A2E4-ADF6-F60F-D2CB-A5C15148E560}"/>
                </a:ext>
              </a:extLst>
            </p:cNvPr>
            <p:cNvSpPr/>
            <p:nvPr/>
          </p:nvSpPr>
          <p:spPr>
            <a:xfrm>
              <a:off x="9487893" y="1594256"/>
              <a:ext cx="1319193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789FACCF-2B41-BE5A-0548-8933DB97C1A5}"/>
                </a:ext>
              </a:extLst>
            </p:cNvPr>
            <p:cNvSpPr/>
            <p:nvPr/>
          </p:nvSpPr>
          <p:spPr>
            <a:xfrm>
              <a:off x="10816611" y="1594256"/>
              <a:ext cx="942962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FC4F0CED-0782-FDD0-035C-CEC99FE8938D}"/>
                </a:ext>
              </a:extLst>
            </p:cNvPr>
            <p:cNvSpPr/>
            <p:nvPr/>
          </p:nvSpPr>
          <p:spPr>
            <a:xfrm>
              <a:off x="8178224" y="1594256"/>
              <a:ext cx="130966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97D61CD6-9876-34B6-A56F-BD7B98541C11}"/>
                </a:ext>
              </a:extLst>
            </p:cNvPr>
            <p:cNvSpPr/>
            <p:nvPr/>
          </p:nvSpPr>
          <p:spPr>
            <a:xfrm>
              <a:off x="6879667" y="1595764"/>
              <a:ext cx="1316019" cy="5109883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8" name="圓角矩形 7">
              <a:extLst>
                <a:ext uri="{FF2B5EF4-FFF2-40B4-BE49-F238E27FC236}">
                  <a16:creationId xmlns="" xmlns:a16="http://schemas.microsoft.com/office/drawing/2014/main" id="{17A5D699-1428-F1DC-9A88-E33A595A45B1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9" name="群組 8">
              <a:extLst>
                <a:ext uri="{FF2B5EF4-FFF2-40B4-BE49-F238E27FC236}">
                  <a16:creationId xmlns="" xmlns:a16="http://schemas.microsoft.com/office/drawing/2014/main" id="{3BFCD145-A371-EFAC-1CD0-1347BC81B91B}"/>
                </a:ext>
              </a:extLst>
            </p:cNvPr>
            <p:cNvGrpSpPr/>
            <p:nvPr/>
          </p:nvGrpSpPr>
          <p:grpSpPr>
            <a:xfrm>
              <a:off x="186862" y="1589733"/>
              <a:ext cx="6702223" cy="5114167"/>
              <a:chOff x="219434" y="1651136"/>
              <a:chExt cx="5785727" cy="5023435"/>
            </a:xfrm>
            <a:solidFill>
              <a:srgbClr val="E9F0F3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="" xmlns:a16="http://schemas.microsoft.com/office/drawing/2014/main" id="{B756C090-7011-3F74-E801-867BFD6657AA}"/>
                  </a:ext>
                </a:extLst>
              </p:cNvPr>
              <p:cNvSpPr/>
              <p:nvPr/>
            </p:nvSpPr>
            <p:spPr>
              <a:xfrm>
                <a:off x="445169" y="1655249"/>
                <a:ext cx="5559992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1" name="圓角矩形 10">
                <a:extLst>
                  <a:ext uri="{FF2B5EF4-FFF2-40B4-BE49-F238E27FC236}">
                    <a16:creationId xmlns="" xmlns:a16="http://schemas.microsoft.com/office/drawing/2014/main" id="{4063E940-3324-5106-283A-21D302C6E276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12" name="圓角矩形 29">
            <a:extLst>
              <a:ext uri="{FF2B5EF4-FFF2-40B4-BE49-F238E27FC236}">
                <a16:creationId xmlns="" xmlns:a16="http://schemas.microsoft.com/office/drawing/2014/main" id="{0D1D2C6A-D845-2674-E043-A9FCA0951731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219B786A-6AB4-21F8-3CB8-4141197C094B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="" xmlns:a16="http://schemas.microsoft.com/office/drawing/2014/main" id="{BEED35C5-3BC6-B122-F7C3-A0A7F8D2F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4400"/>
            <a:ext cx="1214437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="" xmlns:a16="http://schemas.microsoft.com/office/drawing/2014/main" id="{DDF78E47-A214-63CA-B96A-9054C8141607}"/>
              </a:ext>
            </a:extLst>
          </p:cNvPr>
          <p:cNvCxnSpPr/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群組 15">
            <a:extLst>
              <a:ext uri="{FF2B5EF4-FFF2-40B4-BE49-F238E27FC236}">
                <a16:creationId xmlns="" xmlns:a16="http://schemas.microsoft.com/office/drawing/2014/main" id="{38A80EDB-6BB7-2002-5531-D047130FE629}"/>
              </a:ext>
            </a:extLst>
          </p:cNvPr>
          <p:cNvGrpSpPr/>
          <p:nvPr/>
        </p:nvGrpSpPr>
        <p:grpSpPr>
          <a:xfrm>
            <a:off x="6874176" y="1003697"/>
            <a:ext cx="1019627" cy="5700204"/>
            <a:chOff x="5664917" y="850310"/>
            <a:chExt cx="1608988" cy="5973979"/>
          </a:xfrm>
          <a:solidFill>
            <a:srgbClr val="226597"/>
          </a:solidFill>
        </p:grpSpPr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74A07AD9-3E8F-A080-2AFF-3F7CE0213311}"/>
                </a:ext>
              </a:extLst>
            </p:cNvPr>
            <p:cNvSpPr/>
            <p:nvPr/>
          </p:nvSpPr>
          <p:spPr>
            <a:xfrm>
              <a:off x="5664917" y="850310"/>
              <a:ext cx="1608988" cy="233359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="" xmlns:a16="http://schemas.microsoft.com/office/drawing/2014/main" id="{C2758A37-1192-278A-7804-990083C59C8C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>
            <a:extLst>
              <a:ext uri="{FF2B5EF4-FFF2-40B4-BE49-F238E27FC236}">
                <a16:creationId xmlns="" xmlns:a16="http://schemas.microsoft.com/office/drawing/2014/main" id="{F3D40C89-BC0C-C106-A90F-BCB8308BC98E}"/>
              </a:ext>
            </a:extLst>
          </p:cNvPr>
          <p:cNvGrpSpPr/>
          <p:nvPr/>
        </p:nvGrpSpPr>
        <p:grpSpPr>
          <a:xfrm>
            <a:off x="8184093" y="1003697"/>
            <a:ext cx="1019627" cy="5700204"/>
            <a:chOff x="5664917" y="850310"/>
            <a:chExt cx="1608988" cy="5973979"/>
          </a:xfrm>
          <a:solidFill>
            <a:srgbClr val="87C0CD"/>
          </a:solidFill>
        </p:grpSpPr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FAD46B0A-9EDA-0786-B921-DAD6BFAE232E}"/>
                </a:ext>
              </a:extLst>
            </p:cNvPr>
            <p:cNvSpPr/>
            <p:nvPr/>
          </p:nvSpPr>
          <p:spPr>
            <a:xfrm>
              <a:off x="5664917" y="850310"/>
              <a:ext cx="1608988" cy="233360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1" name="直線接點 20">
              <a:extLst>
                <a:ext uri="{FF2B5EF4-FFF2-40B4-BE49-F238E27FC236}">
                  <a16:creationId xmlns="" xmlns:a16="http://schemas.microsoft.com/office/drawing/2014/main" id="{3219D2A4-689D-C57C-2306-A37F423A0D55}"/>
                </a:ext>
              </a:extLst>
            </p:cNvPr>
            <p:cNvCxnSpPr/>
            <p:nvPr/>
          </p:nvCxnSpPr>
          <p:spPr>
            <a:xfrm>
              <a:off x="5664917" y="1092291"/>
              <a:ext cx="0" cy="5731998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群組 21">
            <a:extLst>
              <a:ext uri="{FF2B5EF4-FFF2-40B4-BE49-F238E27FC236}">
                <a16:creationId xmlns="" xmlns:a16="http://schemas.microsoft.com/office/drawing/2014/main" id="{8947D940-3466-B76D-80BF-C4AD1E9E3FEE}"/>
              </a:ext>
            </a:extLst>
          </p:cNvPr>
          <p:cNvGrpSpPr/>
          <p:nvPr/>
        </p:nvGrpSpPr>
        <p:grpSpPr>
          <a:xfrm>
            <a:off x="9494010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23" name="矩形 22">
              <a:extLst>
                <a:ext uri="{FF2B5EF4-FFF2-40B4-BE49-F238E27FC236}">
                  <a16:creationId xmlns="" xmlns:a16="http://schemas.microsoft.com/office/drawing/2014/main" id="{96873B72-B33D-ED7D-ADC5-DF83DAC682D5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4" name="直線接點 23">
              <a:extLst>
                <a:ext uri="{FF2B5EF4-FFF2-40B4-BE49-F238E27FC236}">
                  <a16:creationId xmlns="" xmlns:a16="http://schemas.microsoft.com/office/drawing/2014/main" id="{C3D72B7C-62DB-78D1-48D1-B74975C29A07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>
            <a:extLst>
              <a:ext uri="{FF2B5EF4-FFF2-40B4-BE49-F238E27FC236}">
                <a16:creationId xmlns="" xmlns:a16="http://schemas.microsoft.com/office/drawing/2014/main" id="{E1EB0989-1CEA-3536-6D19-5C2658E86ADB}"/>
              </a:ext>
            </a:extLst>
          </p:cNvPr>
          <p:cNvGrpSpPr/>
          <p:nvPr/>
        </p:nvGrpSpPr>
        <p:grpSpPr>
          <a:xfrm>
            <a:off x="10803927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6" name="矩形 25">
              <a:extLst>
                <a:ext uri="{FF2B5EF4-FFF2-40B4-BE49-F238E27FC236}">
                  <a16:creationId xmlns="" xmlns:a16="http://schemas.microsoft.com/office/drawing/2014/main" id="{1738B680-9220-8253-E81E-FC1A6569D344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3"/>
            </a:solidFill>
            <a:ln>
              <a:solidFill>
                <a:srgbClr val="87C0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7" name="直線接點 26">
              <a:extLst>
                <a:ext uri="{FF2B5EF4-FFF2-40B4-BE49-F238E27FC236}">
                  <a16:creationId xmlns="" xmlns:a16="http://schemas.microsoft.com/office/drawing/2014/main" id="{778464FF-453C-2B2E-F073-04AFA02F8D8C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圖片 27">
            <a:extLst>
              <a:ext uri="{FF2B5EF4-FFF2-40B4-BE49-F238E27FC236}">
                <a16:creationId xmlns="" xmlns:a16="http://schemas.microsoft.com/office/drawing/2014/main" id="{31F04A7C-A495-C5F9-C881-51F12C5C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群組 12">
            <a:extLst>
              <a:ext uri="{FF2B5EF4-FFF2-40B4-BE49-F238E27FC236}">
                <a16:creationId xmlns="" xmlns:a16="http://schemas.microsoft.com/office/drawing/2014/main" id="{176C4DB6-DED3-AB99-31BB-08B0AA58EC94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30" name="圓角矩形 86">
              <a:extLst>
                <a:ext uri="{FF2B5EF4-FFF2-40B4-BE49-F238E27FC236}">
                  <a16:creationId xmlns="" xmlns:a16="http://schemas.microsoft.com/office/drawing/2014/main" id="{A8CED5BF-78C2-EFD7-15FE-A03C537E1670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1" name="圓角矩形 87">
              <a:extLst>
                <a:ext uri="{FF2B5EF4-FFF2-40B4-BE49-F238E27FC236}">
                  <a16:creationId xmlns="" xmlns:a16="http://schemas.microsoft.com/office/drawing/2014/main" id="{27A6DFF1-520A-99DE-1429-38935DD715EF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2" name="圓角矩形 88">
              <a:extLst>
                <a:ext uri="{FF2B5EF4-FFF2-40B4-BE49-F238E27FC236}">
                  <a16:creationId xmlns="" xmlns:a16="http://schemas.microsoft.com/office/drawing/2014/main" id="{DB04798F-9E68-7635-398D-F3FE680A9083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3" name="TextBox 66">
            <a:extLst>
              <a:ext uri="{FF2B5EF4-FFF2-40B4-BE49-F238E27FC236}">
                <a16:creationId xmlns="" xmlns:a16="http://schemas.microsoft.com/office/drawing/2014/main" id="{63DE3774-7DC8-3388-82D7-18A7A92A9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6437313"/>
            <a:ext cx="1192212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MP/Sampling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sp>
        <p:nvSpPr>
          <p:cNvPr id="34" name="TextBox 67">
            <a:extLst>
              <a:ext uri="{FF2B5EF4-FFF2-40B4-BE49-F238E27FC236}">
                <a16:creationId xmlns="" xmlns:a16="http://schemas.microsoft.com/office/drawing/2014/main" id="{18DEE5A3-6F22-A2C2-5346-A78D98E58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1475" y="6437313"/>
            <a:ext cx="119062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rgbClr val="34A2AE"/>
                </a:solidFill>
              </a:rPr>
              <a:t>Developing</a:t>
            </a:r>
            <a:endParaRPr lang="x-none" altLang="zh-TW" sz="1200">
              <a:solidFill>
                <a:srgbClr val="34A2AE"/>
              </a:solidFill>
            </a:endParaRPr>
          </a:p>
        </p:txBody>
      </p:sp>
      <p:sp>
        <p:nvSpPr>
          <p:cNvPr id="35" name="TextBox 68">
            <a:extLst>
              <a:ext uri="{FF2B5EF4-FFF2-40B4-BE49-F238E27FC236}">
                <a16:creationId xmlns="" xmlns:a16="http://schemas.microsoft.com/office/drawing/2014/main" id="{9B084776-D01A-A87B-5425-C85B400B6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3213" y="6437313"/>
            <a:ext cx="8318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>
                <a:solidFill>
                  <a:schemeClr val="bg1"/>
                </a:solidFill>
              </a:rPr>
              <a:t>Planning</a:t>
            </a:r>
            <a:endParaRPr lang="x-none" altLang="zh-TW" sz="1200">
              <a:solidFill>
                <a:schemeClr val="bg1"/>
              </a:solidFill>
            </a:endParaRPr>
          </a:p>
        </p:txBody>
      </p:sp>
      <p:grpSp>
        <p:nvGrpSpPr>
          <p:cNvPr id="36" name="群組 63">
            <a:extLst>
              <a:ext uri="{FF2B5EF4-FFF2-40B4-BE49-F238E27FC236}">
                <a16:creationId xmlns="" xmlns:a16="http://schemas.microsoft.com/office/drawing/2014/main" id="{B16E2F12-47EF-5DCF-FE84-34117EAD44F8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37" name="矩形 64">
              <a:extLst>
                <a:ext uri="{FF2B5EF4-FFF2-40B4-BE49-F238E27FC236}">
                  <a16:creationId xmlns="" xmlns:a16="http://schemas.microsoft.com/office/drawing/2014/main" id="{FC96498A-4553-9A83-1BA6-D97C6F397E4D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8" name="矩形 65">
              <a:extLst>
                <a:ext uri="{FF2B5EF4-FFF2-40B4-BE49-F238E27FC236}">
                  <a16:creationId xmlns="" xmlns:a16="http://schemas.microsoft.com/office/drawing/2014/main" id="{CC1A9698-E20A-B696-3DAC-7E71E7227016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75" name="文字版面配置區 16"/>
          <p:cNvSpPr>
            <a:spLocks noGrp="1"/>
          </p:cNvSpPr>
          <p:nvPr>
            <p:ph type="body" sz="quarter" idx="11"/>
          </p:nvPr>
        </p:nvSpPr>
        <p:spPr>
          <a:xfrm>
            <a:off x="6864671" y="967411"/>
            <a:ext cx="1265238" cy="395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6" name="文字版面配置區 37"/>
          <p:cNvSpPr>
            <a:spLocks noGrp="1"/>
          </p:cNvSpPr>
          <p:nvPr>
            <p:ph type="body" sz="quarter" idx="12"/>
          </p:nvPr>
        </p:nvSpPr>
        <p:spPr>
          <a:xfrm>
            <a:off x="8176946" y="967411"/>
            <a:ext cx="1265238" cy="414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7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9489221" y="967411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8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10801191" y="967411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2" name="文字版面配置區 11"/>
          <p:cNvSpPr>
            <a:spLocks noGrp="1"/>
          </p:cNvSpPr>
          <p:nvPr>
            <p:ph type="body" sz="quarter" idx="10"/>
          </p:nvPr>
        </p:nvSpPr>
        <p:spPr>
          <a:xfrm>
            <a:off x="1023354" y="596481"/>
            <a:ext cx="10398530" cy="350383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rgbClr val="5AA8BA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3" name="文字版面配置區 18"/>
          <p:cNvSpPr>
            <a:spLocks noGrp="1"/>
          </p:cNvSpPr>
          <p:nvPr>
            <p:ph type="body" sz="quarter" idx="16"/>
          </p:nvPr>
        </p:nvSpPr>
        <p:spPr>
          <a:xfrm>
            <a:off x="1023353" y="134177"/>
            <a:ext cx="10988085" cy="54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77563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Cur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="" xmlns:a16="http://schemas.microsoft.com/office/drawing/2014/main" id="{28765C1F-B84C-C480-635E-6DD34135F9D1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="" xmlns:a16="http://schemas.microsoft.com/office/drawing/2014/main" id="{626D34EC-3276-3261-350C-E30ABC70C484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7A7AA053-33DD-7BF5-8A85-AEDC41812DE6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DCE53CF0-D1AC-4E45-3792-A2811AEB2778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2D7E191E-DF24-B024-D805-257AF640CC75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" name="圓角矩形 7">
              <a:extLst>
                <a:ext uri="{FF2B5EF4-FFF2-40B4-BE49-F238E27FC236}">
                  <a16:creationId xmlns="" xmlns:a16="http://schemas.microsoft.com/office/drawing/2014/main" id="{C16A1309-9DE8-3141-A963-90FB3EE7704C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="" xmlns:a16="http://schemas.microsoft.com/office/drawing/2014/main" id="{3239D557-746A-C3F0-B16A-BB8B166F09AA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9" name="矩形 8">
                <a:extLst>
                  <a:ext uri="{FF2B5EF4-FFF2-40B4-BE49-F238E27FC236}">
                    <a16:creationId xmlns="" xmlns:a16="http://schemas.microsoft.com/office/drawing/2014/main" id="{B8CB30DF-B7D3-5996-3C30-699F59F18F87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10" name="圓角矩形 10">
                <a:extLst>
                  <a:ext uri="{FF2B5EF4-FFF2-40B4-BE49-F238E27FC236}">
                    <a16:creationId xmlns="" xmlns:a16="http://schemas.microsoft.com/office/drawing/2014/main" id="{A9EDE5D4-CE88-717F-D424-059F9E016D05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889B246-041D-2BED-EB67-7C3C3E64C83B}"/>
              </a:ext>
            </a:extLst>
          </p:cNvPr>
          <p:cNvSpPr/>
          <p:nvPr/>
        </p:nvSpPr>
        <p:spPr>
          <a:xfrm>
            <a:off x="180975" y="1003300"/>
            <a:ext cx="1063625" cy="22701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9CD3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="" xmlns:a16="http://schemas.microsoft.com/office/drawing/2014/main" id="{12D706ED-D7A1-FBA9-DFD7-CB36A83BB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917575"/>
            <a:ext cx="1128712" cy="401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defRPr/>
            </a:pPr>
            <a:r>
              <a:rPr lang="en-US" altLang="zh-TW" sz="20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rPr>
              <a:t>Current</a:t>
            </a:r>
            <a:endParaRPr lang="zh-TW" altLang="en-US" sz="2000">
              <a:solidFill>
                <a:schemeClr val="bg1"/>
              </a:solidFill>
              <a:latin typeface="Malgun Gothic Semilight" panose="020B0502040204020203" pitchFamily="34" charset="-120"/>
              <a:ea typeface="Malgun Gothic Semilight" panose="020B0502040204020203" pitchFamily="34" charset="-120"/>
              <a:cs typeface="Malgun Gothic Semilight" panose="020B0502040204020203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="" xmlns:a16="http://schemas.microsoft.com/office/drawing/2014/main" id="{2EBBA489-D98B-2F7B-EAFF-8A3155F53571}"/>
              </a:ext>
            </a:extLst>
          </p:cNvPr>
          <p:cNvCxnSpPr>
            <a:cxnSpLocks/>
          </p:cNvCxnSpPr>
          <p:nvPr/>
        </p:nvCxnSpPr>
        <p:spPr>
          <a:xfrm>
            <a:off x="180975" y="1081088"/>
            <a:ext cx="0" cy="5680075"/>
          </a:xfrm>
          <a:prstGeom prst="line">
            <a:avLst/>
          </a:prstGeom>
          <a:solidFill>
            <a:srgbClr val="226597"/>
          </a:solidFill>
          <a:ln>
            <a:solidFill>
              <a:srgbClr val="87C0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="" xmlns:a16="http://schemas.microsoft.com/office/drawing/2014/main" id="{30207F1A-C607-320E-2793-FC190CC70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6137275"/>
            <a:ext cx="865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Freeform: Shape 84">
            <a:extLst>
              <a:ext uri="{FF2B5EF4-FFF2-40B4-BE49-F238E27FC236}">
                <a16:creationId xmlns="" xmlns:a16="http://schemas.microsoft.com/office/drawing/2014/main" id="{BE90F24C-9DB9-0D75-D399-F62EC8552010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16" name="圓角矩形 29">
            <a:extLst>
              <a:ext uri="{FF2B5EF4-FFF2-40B4-BE49-F238E27FC236}">
                <a16:creationId xmlns="" xmlns:a16="http://schemas.microsoft.com/office/drawing/2014/main" id="{BB46CD28-CBBC-5CA8-225E-0F208E1BDAE7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17" name="Straight Connector 12">
            <a:extLst>
              <a:ext uri="{FF2B5EF4-FFF2-40B4-BE49-F238E27FC236}">
                <a16:creationId xmlns="" xmlns:a16="http://schemas.microsoft.com/office/drawing/2014/main" id="{923FF0B7-F79E-5683-CD3D-2B9F70B12258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61">
            <a:extLst>
              <a:ext uri="{FF2B5EF4-FFF2-40B4-BE49-F238E27FC236}">
                <a16:creationId xmlns="" xmlns:a16="http://schemas.microsoft.com/office/drawing/2014/main" id="{B60103AF-B7B1-DBB1-3870-24E423B004E7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6">
            <a:extLst>
              <a:ext uri="{FF2B5EF4-FFF2-40B4-BE49-F238E27FC236}">
                <a16:creationId xmlns="" xmlns:a16="http://schemas.microsoft.com/office/drawing/2014/main" id="{A8697A1A-CC85-0455-A64B-B39DBEC1447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20" name="TextBox 85">
            <a:extLst>
              <a:ext uri="{FF2B5EF4-FFF2-40B4-BE49-F238E27FC236}">
                <a16:creationId xmlns="" xmlns:a16="http://schemas.microsoft.com/office/drawing/2014/main" id="{A4BCCE1E-E71B-DC9B-FB1E-2149D5300CF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21" name="TextBox 96">
            <a:extLst>
              <a:ext uri="{FF2B5EF4-FFF2-40B4-BE49-F238E27FC236}">
                <a16:creationId xmlns="" xmlns:a16="http://schemas.microsoft.com/office/drawing/2014/main" id="{5282BB63-0B7C-45DA-B3E2-859795AE9F6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22" name="群組 45">
            <a:extLst>
              <a:ext uri="{FF2B5EF4-FFF2-40B4-BE49-F238E27FC236}">
                <a16:creationId xmlns="" xmlns:a16="http://schemas.microsoft.com/office/drawing/2014/main" id="{DB68436B-BFCF-B30B-7BAF-4CCBD59CE972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23" name="矩形 46">
              <a:extLst>
                <a:ext uri="{FF2B5EF4-FFF2-40B4-BE49-F238E27FC236}">
                  <a16:creationId xmlns="" xmlns:a16="http://schemas.microsoft.com/office/drawing/2014/main" id="{201D2768-4A2F-221C-499E-E907760538EF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4" name="直線接點 48">
              <a:extLst>
                <a:ext uri="{FF2B5EF4-FFF2-40B4-BE49-F238E27FC236}">
                  <a16:creationId xmlns="" xmlns:a16="http://schemas.microsoft.com/office/drawing/2014/main" id="{7AB1D637-CF5E-D0A0-7C4B-AD2612A32A9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50">
            <a:extLst>
              <a:ext uri="{FF2B5EF4-FFF2-40B4-BE49-F238E27FC236}">
                <a16:creationId xmlns="" xmlns:a16="http://schemas.microsoft.com/office/drawing/2014/main" id="{CC869AE0-1DBF-5994-D861-02E5B18FDC1D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6" name="矩形 51">
              <a:extLst>
                <a:ext uri="{FF2B5EF4-FFF2-40B4-BE49-F238E27FC236}">
                  <a16:creationId xmlns="" xmlns:a16="http://schemas.microsoft.com/office/drawing/2014/main" id="{96A9D094-BEE2-1459-2393-6E334A5EE8D5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27" name="直線接點 53">
              <a:extLst>
                <a:ext uri="{FF2B5EF4-FFF2-40B4-BE49-F238E27FC236}">
                  <a16:creationId xmlns="" xmlns:a16="http://schemas.microsoft.com/office/drawing/2014/main" id="{207E2CEE-C194-3A91-A2FD-0E13EEA2B382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群組 50">
            <a:extLst>
              <a:ext uri="{FF2B5EF4-FFF2-40B4-BE49-F238E27FC236}">
                <a16:creationId xmlns="" xmlns:a16="http://schemas.microsoft.com/office/drawing/2014/main" id="{9C579FE1-37B6-9E41-A9B1-F10BD1D93B1C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29" name="矩形 51">
              <a:extLst>
                <a:ext uri="{FF2B5EF4-FFF2-40B4-BE49-F238E27FC236}">
                  <a16:creationId xmlns="" xmlns:a16="http://schemas.microsoft.com/office/drawing/2014/main" id="{8BC4F7A5-2E1B-57D1-A93F-CE735C89DC77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30" name="直線接點 53">
              <a:extLst>
                <a:ext uri="{FF2B5EF4-FFF2-40B4-BE49-F238E27FC236}">
                  <a16:creationId xmlns="" xmlns:a16="http://schemas.microsoft.com/office/drawing/2014/main" id="{944CBC31-5386-F31D-A448-D419D9CA5D6D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群組 12">
            <a:extLst>
              <a:ext uri="{FF2B5EF4-FFF2-40B4-BE49-F238E27FC236}">
                <a16:creationId xmlns="" xmlns:a16="http://schemas.microsoft.com/office/drawing/2014/main" id="{F61E34A5-B738-7624-C4ED-C9F3719791B1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32" name="圓角矩形 86">
              <a:extLst>
                <a:ext uri="{FF2B5EF4-FFF2-40B4-BE49-F238E27FC236}">
                  <a16:creationId xmlns="" xmlns:a16="http://schemas.microsoft.com/office/drawing/2014/main" id="{545BBE94-B409-361B-8B02-CAAD20411B15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3" name="圓角矩形 87">
              <a:extLst>
                <a:ext uri="{FF2B5EF4-FFF2-40B4-BE49-F238E27FC236}">
                  <a16:creationId xmlns="" xmlns:a16="http://schemas.microsoft.com/office/drawing/2014/main" id="{61EBE53B-4F86-1AF8-00BC-2DD015024D59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4" name="圓角矩形 88">
              <a:extLst>
                <a:ext uri="{FF2B5EF4-FFF2-40B4-BE49-F238E27FC236}">
                  <a16:creationId xmlns="" xmlns:a16="http://schemas.microsoft.com/office/drawing/2014/main" id="{34C6DFD0-EB02-3B07-8D3F-F65B0A5C5547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35" name="圓角矩形 1">
            <a:extLst>
              <a:ext uri="{FF2B5EF4-FFF2-40B4-BE49-F238E27FC236}">
                <a16:creationId xmlns="" xmlns:a16="http://schemas.microsoft.com/office/drawing/2014/main" id="{54A103E8-C466-DAB4-22CF-967B1DE5D309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36" name="群組 2">
            <a:extLst>
              <a:ext uri="{FF2B5EF4-FFF2-40B4-BE49-F238E27FC236}">
                <a16:creationId xmlns="" xmlns:a16="http://schemas.microsoft.com/office/drawing/2014/main" id="{A77AD921-D734-A21B-F0FF-40B07F07664D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37" name="矩形 3">
              <a:extLst>
                <a:ext uri="{FF2B5EF4-FFF2-40B4-BE49-F238E27FC236}">
                  <a16:creationId xmlns="" xmlns:a16="http://schemas.microsoft.com/office/drawing/2014/main" id="{F5A3B40D-9EFA-AEB9-216E-E507AF3E349B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8" name="矩形 4">
              <a:extLst>
                <a:ext uri="{FF2B5EF4-FFF2-40B4-BE49-F238E27FC236}">
                  <a16:creationId xmlns="" xmlns:a16="http://schemas.microsoft.com/office/drawing/2014/main" id="{9CD3B671-2C8C-B615-F841-D4EA030E4BA6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39" name="矩形 5">
              <a:extLst>
                <a:ext uri="{FF2B5EF4-FFF2-40B4-BE49-F238E27FC236}">
                  <a16:creationId xmlns="" xmlns:a16="http://schemas.microsoft.com/office/drawing/2014/main" id="{97778B1C-29EE-356E-0A8A-90C193F62C79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40" name="圓角矩形 7">
              <a:extLst>
                <a:ext uri="{FF2B5EF4-FFF2-40B4-BE49-F238E27FC236}">
                  <a16:creationId xmlns="" xmlns:a16="http://schemas.microsoft.com/office/drawing/2014/main" id="{2B668847-9451-204B-1723-200412A1BA26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41" name="群組 8">
              <a:extLst>
                <a:ext uri="{FF2B5EF4-FFF2-40B4-BE49-F238E27FC236}">
                  <a16:creationId xmlns="" xmlns:a16="http://schemas.microsoft.com/office/drawing/2014/main" id="{849FD706-2BC4-D8E3-4BAB-59BA18BDD7C9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42" name="矩形 9">
                <a:extLst>
                  <a:ext uri="{FF2B5EF4-FFF2-40B4-BE49-F238E27FC236}">
                    <a16:creationId xmlns="" xmlns:a16="http://schemas.microsoft.com/office/drawing/2014/main" id="{A875189E-999C-4504-17F6-0B15F1340A76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43" name="圓角矩形 10">
                <a:extLst>
                  <a:ext uri="{FF2B5EF4-FFF2-40B4-BE49-F238E27FC236}">
                    <a16:creationId xmlns="" xmlns:a16="http://schemas.microsoft.com/office/drawing/2014/main" id="{E6306054-8152-CE9E-9691-24DFB4251CB8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44" name="Freeform: Shape 77">
            <a:extLst>
              <a:ext uri="{FF2B5EF4-FFF2-40B4-BE49-F238E27FC236}">
                <a16:creationId xmlns="" xmlns:a16="http://schemas.microsoft.com/office/drawing/2014/main" id="{1CF066B6-5F2B-51D5-4745-9040FAB04631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45" name="圓角矩形 29">
            <a:extLst>
              <a:ext uri="{FF2B5EF4-FFF2-40B4-BE49-F238E27FC236}">
                <a16:creationId xmlns="" xmlns:a16="http://schemas.microsoft.com/office/drawing/2014/main" id="{D561714D-5C7E-C8FF-03F0-D4E2AFB53061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46" name="Straight Connector 79">
            <a:extLst>
              <a:ext uri="{FF2B5EF4-FFF2-40B4-BE49-F238E27FC236}">
                <a16:creationId xmlns="" xmlns:a16="http://schemas.microsoft.com/office/drawing/2014/main" id="{8ADAAD7D-C242-780A-B91F-7831B48352F6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80">
            <a:extLst>
              <a:ext uri="{FF2B5EF4-FFF2-40B4-BE49-F238E27FC236}">
                <a16:creationId xmlns="" xmlns:a16="http://schemas.microsoft.com/office/drawing/2014/main" id="{BF736ECA-3802-239F-6B02-5D6E204ED05A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81">
            <a:extLst>
              <a:ext uri="{FF2B5EF4-FFF2-40B4-BE49-F238E27FC236}">
                <a16:creationId xmlns="" xmlns:a16="http://schemas.microsoft.com/office/drawing/2014/main" id="{3F8CD5FA-1909-A483-930C-23F77DE528D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49" name="TextBox 82">
            <a:extLst>
              <a:ext uri="{FF2B5EF4-FFF2-40B4-BE49-F238E27FC236}">
                <a16:creationId xmlns="" xmlns:a16="http://schemas.microsoft.com/office/drawing/2014/main" id="{CA38CD95-0F4A-4A96-9525-C521B57A66D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51" name="TextBox 83">
            <a:extLst>
              <a:ext uri="{FF2B5EF4-FFF2-40B4-BE49-F238E27FC236}">
                <a16:creationId xmlns="" xmlns:a16="http://schemas.microsoft.com/office/drawing/2014/main" id="{E3D98614-47D7-AE8D-6A18-073604EF230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55" name="群組 45">
            <a:extLst>
              <a:ext uri="{FF2B5EF4-FFF2-40B4-BE49-F238E27FC236}">
                <a16:creationId xmlns="" xmlns:a16="http://schemas.microsoft.com/office/drawing/2014/main" id="{29CD7EF8-2A80-CD52-60CC-4B333D8EC4A3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56" name="矩形 46">
              <a:extLst>
                <a:ext uri="{FF2B5EF4-FFF2-40B4-BE49-F238E27FC236}">
                  <a16:creationId xmlns="" xmlns:a16="http://schemas.microsoft.com/office/drawing/2014/main" id="{867BF01B-D1B4-1D4D-AAF4-7875CE0E2A5F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57" name="直線接點 48">
              <a:extLst>
                <a:ext uri="{FF2B5EF4-FFF2-40B4-BE49-F238E27FC236}">
                  <a16:creationId xmlns="" xmlns:a16="http://schemas.microsoft.com/office/drawing/2014/main" id="{B9BDFA30-79B5-27DC-EE26-25C9DF44731B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群組 50">
            <a:extLst>
              <a:ext uri="{FF2B5EF4-FFF2-40B4-BE49-F238E27FC236}">
                <a16:creationId xmlns="" xmlns:a16="http://schemas.microsoft.com/office/drawing/2014/main" id="{F9CB7AC9-B67E-44C1-49C3-7569E5EC6C3C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62" name="矩形 51">
              <a:extLst>
                <a:ext uri="{FF2B5EF4-FFF2-40B4-BE49-F238E27FC236}">
                  <a16:creationId xmlns="" xmlns:a16="http://schemas.microsoft.com/office/drawing/2014/main" id="{249A8384-D6BB-555C-A023-0565826034CB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63" name="直線接點 53">
              <a:extLst>
                <a:ext uri="{FF2B5EF4-FFF2-40B4-BE49-F238E27FC236}">
                  <a16:creationId xmlns="" xmlns:a16="http://schemas.microsoft.com/office/drawing/2014/main" id="{76CC0068-63F7-EEE5-F694-4E9D56941EDA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群組 50">
            <a:extLst>
              <a:ext uri="{FF2B5EF4-FFF2-40B4-BE49-F238E27FC236}">
                <a16:creationId xmlns="" xmlns:a16="http://schemas.microsoft.com/office/drawing/2014/main" id="{FBEC374B-9393-198B-2B6B-9869E412534F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65" name="矩形 51">
              <a:extLst>
                <a:ext uri="{FF2B5EF4-FFF2-40B4-BE49-F238E27FC236}">
                  <a16:creationId xmlns="" xmlns:a16="http://schemas.microsoft.com/office/drawing/2014/main" id="{12DFA297-30DB-96C5-E320-D56080403000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66" name="直線接點 53">
              <a:extLst>
                <a:ext uri="{FF2B5EF4-FFF2-40B4-BE49-F238E27FC236}">
                  <a16:creationId xmlns="" xmlns:a16="http://schemas.microsoft.com/office/drawing/2014/main" id="{06A00A98-7A30-9FD6-FB3D-EE4C0B46C31B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群組 12">
            <a:extLst>
              <a:ext uri="{FF2B5EF4-FFF2-40B4-BE49-F238E27FC236}">
                <a16:creationId xmlns="" xmlns:a16="http://schemas.microsoft.com/office/drawing/2014/main" id="{A3ABDF4F-B70E-869E-59A8-4DF81919B11E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68" name="圓角矩形 86">
              <a:extLst>
                <a:ext uri="{FF2B5EF4-FFF2-40B4-BE49-F238E27FC236}">
                  <a16:creationId xmlns="" xmlns:a16="http://schemas.microsoft.com/office/drawing/2014/main" id="{E746A11C-C3AA-1082-D8B2-ED58FC5AC8D8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69" name="圓角矩形 87">
              <a:extLst>
                <a:ext uri="{FF2B5EF4-FFF2-40B4-BE49-F238E27FC236}">
                  <a16:creationId xmlns="" xmlns:a16="http://schemas.microsoft.com/office/drawing/2014/main" id="{A88DD86F-7EB9-A678-42D4-35D69726AB42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0" name="圓角矩形 88">
              <a:extLst>
                <a:ext uri="{FF2B5EF4-FFF2-40B4-BE49-F238E27FC236}">
                  <a16:creationId xmlns="" xmlns:a16="http://schemas.microsoft.com/office/drawing/2014/main" id="{C000B86C-C510-5142-A457-EE5A10B181BF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71" name="群組 63">
            <a:extLst>
              <a:ext uri="{FF2B5EF4-FFF2-40B4-BE49-F238E27FC236}">
                <a16:creationId xmlns="" xmlns:a16="http://schemas.microsoft.com/office/drawing/2014/main" id="{064D2118-1D48-6FD3-71A2-781664A1DF0D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72" name="矩形 71">
              <a:extLst>
                <a:ext uri="{FF2B5EF4-FFF2-40B4-BE49-F238E27FC236}">
                  <a16:creationId xmlns="" xmlns:a16="http://schemas.microsoft.com/office/drawing/2014/main" id="{2CAD46E6-D91B-49D4-C1B2-F9645A2AA0B5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="" xmlns:a16="http://schemas.microsoft.com/office/drawing/2014/main" id="{6BDCA665-8697-416A-A043-FCA67FA1E9E4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74" name="圓角矩形 1">
            <a:extLst>
              <a:ext uri="{FF2B5EF4-FFF2-40B4-BE49-F238E27FC236}">
                <a16:creationId xmlns="" xmlns:a16="http://schemas.microsoft.com/office/drawing/2014/main" id="{172ECE57-D167-CFD6-0B87-9BA6C1856F90}"/>
              </a:ext>
            </a:extLst>
          </p:cNvPr>
          <p:cNvSpPr/>
          <p:nvPr/>
        </p:nvSpPr>
        <p:spPr>
          <a:xfrm>
            <a:off x="114300" y="1314450"/>
            <a:ext cx="11933238" cy="5481638"/>
          </a:xfrm>
          <a:prstGeom prst="roundRect">
            <a:avLst>
              <a:gd name="adj" fmla="val 1517"/>
            </a:avLst>
          </a:prstGeom>
          <a:solidFill>
            <a:srgbClr val="F5F5F5"/>
          </a:solidFill>
          <a:ln>
            <a:solidFill>
              <a:srgbClr val="DCDE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grpSp>
        <p:nvGrpSpPr>
          <p:cNvPr id="75" name="群組 2">
            <a:extLst>
              <a:ext uri="{FF2B5EF4-FFF2-40B4-BE49-F238E27FC236}">
                <a16:creationId xmlns="" xmlns:a16="http://schemas.microsoft.com/office/drawing/2014/main" id="{B0D35355-491C-3E29-09B7-6191089E6D96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1366838"/>
            <a:ext cx="11774488" cy="5387975"/>
            <a:chOff x="186862" y="1589733"/>
            <a:chExt cx="11774321" cy="5117422"/>
          </a:xfrm>
        </p:grpSpPr>
        <p:sp>
          <p:nvSpPr>
            <p:cNvPr id="76" name="矩形 3">
              <a:extLst>
                <a:ext uri="{FF2B5EF4-FFF2-40B4-BE49-F238E27FC236}">
                  <a16:creationId xmlns="" xmlns:a16="http://schemas.microsoft.com/office/drawing/2014/main" id="{6F52164C-4FE8-BB68-375E-AE7D5A8261A0}"/>
                </a:ext>
              </a:extLst>
            </p:cNvPr>
            <p:cNvSpPr/>
            <p:nvPr/>
          </p:nvSpPr>
          <p:spPr>
            <a:xfrm>
              <a:off x="6022429" y="1594256"/>
              <a:ext cx="1962122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7" name="矩形 4">
              <a:extLst>
                <a:ext uri="{FF2B5EF4-FFF2-40B4-BE49-F238E27FC236}">
                  <a16:creationId xmlns="" xmlns:a16="http://schemas.microsoft.com/office/drawing/2014/main" id="{BF7586C1-C73B-D796-24C5-C06B4D82C9BE}"/>
                </a:ext>
              </a:extLst>
            </p:cNvPr>
            <p:cNvSpPr/>
            <p:nvPr/>
          </p:nvSpPr>
          <p:spPr>
            <a:xfrm>
              <a:off x="9984773" y="1594256"/>
              <a:ext cx="1774800" cy="5112899"/>
            </a:xfrm>
            <a:prstGeom prst="rect">
              <a:avLst/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8" name="矩形 5">
              <a:extLst>
                <a:ext uri="{FF2B5EF4-FFF2-40B4-BE49-F238E27FC236}">
                  <a16:creationId xmlns="" xmlns:a16="http://schemas.microsoft.com/office/drawing/2014/main" id="{BFB24B46-4A7D-AC26-9B96-9B7D54F3B7C1}"/>
                </a:ext>
              </a:extLst>
            </p:cNvPr>
            <p:cNvSpPr/>
            <p:nvPr/>
          </p:nvSpPr>
          <p:spPr>
            <a:xfrm>
              <a:off x="7995664" y="1594256"/>
              <a:ext cx="1989109" cy="5112899"/>
            </a:xfrm>
            <a:prstGeom prst="rect">
              <a:avLst/>
            </a:prstGeom>
            <a:solidFill>
              <a:srgbClr val="F0F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79" name="圓角矩形 7">
              <a:extLst>
                <a:ext uri="{FF2B5EF4-FFF2-40B4-BE49-F238E27FC236}">
                  <a16:creationId xmlns="" xmlns:a16="http://schemas.microsoft.com/office/drawing/2014/main" id="{2C7ABF33-F9DD-4984-5ED0-9B5E2F0B0D35}"/>
                </a:ext>
              </a:extLst>
            </p:cNvPr>
            <p:cNvSpPr/>
            <p:nvPr/>
          </p:nvSpPr>
          <p:spPr>
            <a:xfrm>
              <a:off x="11392866" y="1594256"/>
              <a:ext cx="568317" cy="5112899"/>
            </a:xfrm>
            <a:prstGeom prst="roundRect">
              <a:avLst>
                <a:gd name="adj" fmla="val 38515"/>
              </a:avLst>
            </a:prstGeom>
            <a:solidFill>
              <a:srgbClr val="E5F2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grpSp>
          <p:nvGrpSpPr>
            <p:cNvPr id="80" name="群組 8">
              <a:extLst>
                <a:ext uri="{FF2B5EF4-FFF2-40B4-BE49-F238E27FC236}">
                  <a16:creationId xmlns="" xmlns:a16="http://schemas.microsoft.com/office/drawing/2014/main" id="{E9D12BDB-0E9F-EDEE-6C0B-DE035BAF62E1}"/>
                </a:ext>
              </a:extLst>
            </p:cNvPr>
            <p:cNvGrpSpPr/>
            <p:nvPr/>
          </p:nvGrpSpPr>
          <p:grpSpPr>
            <a:xfrm>
              <a:off x="186862" y="1589733"/>
              <a:ext cx="5840880" cy="5114167"/>
              <a:chOff x="219434" y="1651136"/>
              <a:chExt cx="5042169" cy="5023435"/>
            </a:xfrm>
            <a:solidFill>
              <a:srgbClr val="E9F0F3"/>
            </a:solidFill>
          </p:grpSpPr>
          <p:sp>
            <p:nvSpPr>
              <p:cNvPr id="81" name="矩形 9">
                <a:extLst>
                  <a:ext uri="{FF2B5EF4-FFF2-40B4-BE49-F238E27FC236}">
                    <a16:creationId xmlns="" xmlns:a16="http://schemas.microsoft.com/office/drawing/2014/main" id="{CB759991-3527-A8A3-D200-FB7991A643D6}"/>
                  </a:ext>
                </a:extLst>
              </p:cNvPr>
              <p:cNvSpPr/>
              <p:nvPr/>
            </p:nvSpPr>
            <p:spPr>
              <a:xfrm>
                <a:off x="445168" y="1655249"/>
                <a:ext cx="4816435" cy="5019322"/>
              </a:xfrm>
              <a:prstGeom prst="rect">
                <a:avLst/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  <p:sp>
            <p:nvSpPr>
              <p:cNvPr id="82" name="圓角矩形 10">
                <a:extLst>
                  <a:ext uri="{FF2B5EF4-FFF2-40B4-BE49-F238E27FC236}">
                    <a16:creationId xmlns="" xmlns:a16="http://schemas.microsoft.com/office/drawing/2014/main" id="{0E13E84C-5E11-C51B-2D6B-FD9D310ED8FA}"/>
                  </a:ext>
                </a:extLst>
              </p:cNvPr>
              <p:cNvSpPr/>
              <p:nvPr/>
            </p:nvSpPr>
            <p:spPr>
              <a:xfrm>
                <a:off x="219434" y="1651136"/>
                <a:ext cx="492519" cy="5023435"/>
              </a:xfrm>
              <a:prstGeom prst="roundRect">
                <a:avLst>
                  <a:gd name="adj" fmla="val 50000"/>
                </a:avLst>
              </a:prstGeom>
              <a:solidFill>
                <a:srgbClr val="F0F7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>
                  <a:latin typeface="Microsoft YaHei UI Light" panose="020B0502040204020203" pitchFamily="34" charset="-122"/>
                  <a:ea typeface="Microsoft YaHei UI Light" panose="020B0502040204020203" pitchFamily="34" charset="-122"/>
                </a:endParaRPr>
              </a:p>
            </p:txBody>
          </p:sp>
        </p:grpSp>
      </p:grpSp>
      <p:sp>
        <p:nvSpPr>
          <p:cNvPr id="83" name="Freeform: Shape 109">
            <a:extLst>
              <a:ext uri="{FF2B5EF4-FFF2-40B4-BE49-F238E27FC236}">
                <a16:creationId xmlns="" xmlns:a16="http://schemas.microsoft.com/office/drawing/2014/main" id="{6CAD407E-B0EF-5A9A-DFED-40CB4D7DADA2}"/>
              </a:ext>
            </a:extLst>
          </p:cNvPr>
          <p:cNvSpPr/>
          <p:nvPr/>
        </p:nvSpPr>
        <p:spPr>
          <a:xfrm>
            <a:off x="180975" y="1401763"/>
            <a:ext cx="396875" cy="5348287"/>
          </a:xfrm>
          <a:custGeom>
            <a:avLst/>
            <a:gdLst>
              <a:gd name="connsiteX0" fmla="*/ 262567 w 396944"/>
              <a:gd name="connsiteY0" fmla="*/ 0 h 5348868"/>
              <a:gd name="connsiteX1" fmla="*/ 396944 w 396944"/>
              <a:gd name="connsiteY1" fmla="*/ 0 h 5348868"/>
              <a:gd name="connsiteX2" fmla="*/ 396944 w 396944"/>
              <a:gd name="connsiteY2" fmla="*/ 5348868 h 5348868"/>
              <a:gd name="connsiteX3" fmla="*/ 262567 w 396944"/>
              <a:gd name="connsiteY3" fmla="*/ 5348868 h 5348868"/>
              <a:gd name="connsiteX4" fmla="*/ 17965 w 396944"/>
              <a:gd name="connsiteY4" fmla="*/ 5186735 h 5348868"/>
              <a:gd name="connsiteX5" fmla="*/ 0 w 396944"/>
              <a:gd name="connsiteY5" fmla="*/ 5097754 h 5348868"/>
              <a:gd name="connsiteX6" fmla="*/ 0 w 396944"/>
              <a:gd name="connsiteY6" fmla="*/ 251114 h 5348868"/>
              <a:gd name="connsiteX7" fmla="*/ 17965 w 396944"/>
              <a:gd name="connsiteY7" fmla="*/ 162133 h 5348868"/>
              <a:gd name="connsiteX8" fmla="*/ 262567 w 396944"/>
              <a:gd name="connsiteY8" fmla="*/ 0 h 534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6944" h="5348868">
                <a:moveTo>
                  <a:pt x="262567" y="0"/>
                </a:moveTo>
                <a:lnTo>
                  <a:pt x="396944" y="0"/>
                </a:lnTo>
                <a:lnTo>
                  <a:pt x="396944" y="5348868"/>
                </a:lnTo>
                <a:lnTo>
                  <a:pt x="262567" y="5348868"/>
                </a:lnTo>
                <a:cubicBezTo>
                  <a:pt x="152608" y="5348868"/>
                  <a:pt x="58264" y="5282014"/>
                  <a:pt x="17965" y="5186735"/>
                </a:cubicBezTo>
                <a:lnTo>
                  <a:pt x="0" y="5097754"/>
                </a:lnTo>
                <a:lnTo>
                  <a:pt x="0" y="251114"/>
                </a:lnTo>
                <a:lnTo>
                  <a:pt x="17965" y="162133"/>
                </a:lnTo>
                <a:cubicBezTo>
                  <a:pt x="58264" y="66854"/>
                  <a:pt x="152608" y="0"/>
                  <a:pt x="262567" y="0"/>
                </a:cubicBezTo>
                <a:close/>
              </a:path>
            </a:pathLst>
          </a:custGeom>
          <a:solidFill>
            <a:srgbClr val="E5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x-none"/>
          </a:p>
        </p:txBody>
      </p:sp>
      <p:sp>
        <p:nvSpPr>
          <p:cNvPr id="84" name="圓角矩形 29">
            <a:extLst>
              <a:ext uri="{FF2B5EF4-FFF2-40B4-BE49-F238E27FC236}">
                <a16:creationId xmlns="" xmlns:a16="http://schemas.microsoft.com/office/drawing/2014/main" id="{6DFC1AE4-961D-3EE0-3726-008F4DB498EA}"/>
              </a:ext>
            </a:extLst>
          </p:cNvPr>
          <p:cNvSpPr/>
          <p:nvPr/>
        </p:nvSpPr>
        <p:spPr>
          <a:xfrm>
            <a:off x="177800" y="1400175"/>
            <a:ext cx="11791950" cy="5349875"/>
          </a:xfrm>
          <a:prstGeom prst="roundRect">
            <a:avLst>
              <a:gd name="adj" fmla="val 4963"/>
            </a:avLst>
          </a:prstGeom>
          <a:noFill/>
          <a:ln w="190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cxnSp>
        <p:nvCxnSpPr>
          <p:cNvPr id="85" name="Straight Connector 111">
            <a:extLst>
              <a:ext uri="{FF2B5EF4-FFF2-40B4-BE49-F238E27FC236}">
                <a16:creationId xmlns="" xmlns:a16="http://schemas.microsoft.com/office/drawing/2014/main" id="{33B1F6C7-9C6D-FDA5-FD85-6E4A67CA4090}"/>
              </a:ext>
            </a:extLst>
          </p:cNvPr>
          <p:cNvCxnSpPr>
            <a:cxnSpLocks/>
          </p:cNvCxnSpPr>
          <p:nvPr/>
        </p:nvCxnSpPr>
        <p:spPr>
          <a:xfrm>
            <a:off x="180975" y="2538413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112">
            <a:extLst>
              <a:ext uri="{FF2B5EF4-FFF2-40B4-BE49-F238E27FC236}">
                <a16:creationId xmlns="" xmlns:a16="http://schemas.microsoft.com/office/drawing/2014/main" id="{B984A2AE-97C6-961B-E1D7-33B18292F451}"/>
              </a:ext>
            </a:extLst>
          </p:cNvPr>
          <p:cNvCxnSpPr>
            <a:cxnSpLocks/>
          </p:cNvCxnSpPr>
          <p:nvPr/>
        </p:nvCxnSpPr>
        <p:spPr>
          <a:xfrm>
            <a:off x="201613" y="5360988"/>
            <a:ext cx="11788775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113">
            <a:extLst>
              <a:ext uri="{FF2B5EF4-FFF2-40B4-BE49-F238E27FC236}">
                <a16:creationId xmlns="" xmlns:a16="http://schemas.microsoft.com/office/drawing/2014/main" id="{2498980D-A71F-143C-1469-9206640BE1B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2" y="1814513"/>
            <a:ext cx="1331912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Palm Rest</a:t>
            </a:r>
            <a:endParaRPr lang="x-none" altLang="zh-TW" sz="1200"/>
          </a:p>
        </p:txBody>
      </p:sp>
      <p:sp>
        <p:nvSpPr>
          <p:cNvPr id="88" name="TextBox 114">
            <a:extLst>
              <a:ext uri="{FF2B5EF4-FFF2-40B4-BE49-F238E27FC236}">
                <a16:creationId xmlns="" xmlns:a16="http://schemas.microsoft.com/office/drawing/2014/main" id="{1CB958E2-BDB4-CFCF-2DE5-D30BF2718AF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2419" y="3764757"/>
            <a:ext cx="1330325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Large</a:t>
            </a:r>
            <a:endParaRPr lang="x-none" altLang="zh-TW" sz="1200"/>
          </a:p>
        </p:txBody>
      </p:sp>
      <p:sp>
        <p:nvSpPr>
          <p:cNvPr id="89" name="TextBox 115">
            <a:extLst>
              <a:ext uri="{FF2B5EF4-FFF2-40B4-BE49-F238E27FC236}">
                <a16:creationId xmlns="" xmlns:a16="http://schemas.microsoft.com/office/drawing/2014/main" id="{AE682FC1-2DCA-B40B-38E4-990F6928FEC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3213" y="5937251"/>
            <a:ext cx="1331913" cy="2778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1200"/>
              <a:t>Standard</a:t>
            </a:r>
            <a:endParaRPr lang="x-none" altLang="zh-TW" sz="1200"/>
          </a:p>
        </p:txBody>
      </p:sp>
      <p:grpSp>
        <p:nvGrpSpPr>
          <p:cNvPr id="90" name="群組 45">
            <a:extLst>
              <a:ext uri="{FF2B5EF4-FFF2-40B4-BE49-F238E27FC236}">
                <a16:creationId xmlns="" xmlns:a16="http://schemas.microsoft.com/office/drawing/2014/main" id="{79FF208A-7080-E169-6C0E-C1A4D53E7727}"/>
              </a:ext>
            </a:extLst>
          </p:cNvPr>
          <p:cNvGrpSpPr/>
          <p:nvPr/>
        </p:nvGrpSpPr>
        <p:grpSpPr>
          <a:xfrm>
            <a:off x="6012832" y="1011619"/>
            <a:ext cx="1019627" cy="5703711"/>
            <a:chOff x="5664917" y="858931"/>
            <a:chExt cx="1608988" cy="5977653"/>
          </a:xfrm>
          <a:solidFill>
            <a:srgbClr val="87C0CD"/>
          </a:solidFill>
        </p:grpSpPr>
        <p:sp>
          <p:nvSpPr>
            <p:cNvPr id="91" name="矩形 46">
              <a:extLst>
                <a:ext uri="{FF2B5EF4-FFF2-40B4-BE49-F238E27FC236}">
                  <a16:creationId xmlns="" xmlns:a16="http://schemas.microsoft.com/office/drawing/2014/main" id="{65CD5D81-36AC-832F-F62F-0C6978ACD3A4}"/>
                </a:ext>
              </a:extLst>
            </p:cNvPr>
            <p:cNvSpPr/>
            <p:nvPr/>
          </p:nvSpPr>
          <p:spPr>
            <a:xfrm>
              <a:off x="5664917" y="858931"/>
              <a:ext cx="1608988" cy="2333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2" name="直線接點 48">
              <a:extLst>
                <a:ext uri="{FF2B5EF4-FFF2-40B4-BE49-F238E27FC236}">
                  <a16:creationId xmlns="" xmlns:a16="http://schemas.microsoft.com/office/drawing/2014/main" id="{AD0BA6E1-AD8D-4DF3-AC3C-E52FD783DE49}"/>
                </a:ext>
              </a:extLst>
            </p:cNvPr>
            <p:cNvCxnSpPr/>
            <p:nvPr/>
          </p:nvCxnSpPr>
          <p:spPr>
            <a:xfrm>
              <a:off x="5664917" y="1092291"/>
              <a:ext cx="0" cy="5744293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群組 50">
            <a:extLst>
              <a:ext uri="{FF2B5EF4-FFF2-40B4-BE49-F238E27FC236}">
                <a16:creationId xmlns="" xmlns:a16="http://schemas.microsoft.com/office/drawing/2014/main" id="{D120E3E1-A40B-731E-D2D4-BD3E78141628}"/>
              </a:ext>
            </a:extLst>
          </p:cNvPr>
          <p:cNvGrpSpPr/>
          <p:nvPr/>
        </p:nvGrpSpPr>
        <p:grpSpPr>
          <a:xfrm>
            <a:off x="9972993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94" name="矩形 51">
              <a:extLst>
                <a:ext uri="{FF2B5EF4-FFF2-40B4-BE49-F238E27FC236}">
                  <a16:creationId xmlns="" xmlns:a16="http://schemas.microsoft.com/office/drawing/2014/main" id="{4EF51091-57FF-5429-598E-7AC482EA6B12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5" name="直線接點 53">
              <a:extLst>
                <a:ext uri="{FF2B5EF4-FFF2-40B4-BE49-F238E27FC236}">
                  <a16:creationId xmlns="" xmlns:a16="http://schemas.microsoft.com/office/drawing/2014/main" id="{56278830-467C-553A-49B9-5AD3880AEBDE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群組 50">
            <a:extLst>
              <a:ext uri="{FF2B5EF4-FFF2-40B4-BE49-F238E27FC236}">
                <a16:creationId xmlns="" xmlns:a16="http://schemas.microsoft.com/office/drawing/2014/main" id="{723D5C01-7913-B144-F7D3-C60C77D10C73}"/>
              </a:ext>
            </a:extLst>
          </p:cNvPr>
          <p:cNvGrpSpPr/>
          <p:nvPr/>
        </p:nvGrpSpPr>
        <p:grpSpPr>
          <a:xfrm>
            <a:off x="7982764" y="1011618"/>
            <a:ext cx="1019627" cy="5692281"/>
            <a:chOff x="5664917" y="858613"/>
            <a:chExt cx="1608988" cy="5965675"/>
          </a:xfrm>
          <a:solidFill>
            <a:srgbClr val="87C0CD"/>
          </a:solidFill>
        </p:grpSpPr>
        <p:sp>
          <p:nvSpPr>
            <p:cNvPr id="97" name="矩形 51">
              <a:extLst>
                <a:ext uri="{FF2B5EF4-FFF2-40B4-BE49-F238E27FC236}">
                  <a16:creationId xmlns="" xmlns:a16="http://schemas.microsoft.com/office/drawing/2014/main" id="{FB69E313-7B07-04C8-BF54-2B8CA3A16036}"/>
                </a:ext>
              </a:extLst>
            </p:cNvPr>
            <p:cNvSpPr/>
            <p:nvPr/>
          </p:nvSpPr>
          <p:spPr>
            <a:xfrm>
              <a:off x="5664917" y="858613"/>
              <a:ext cx="1608988" cy="2250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endParaRPr>
            </a:p>
          </p:txBody>
        </p:sp>
        <p:cxnSp>
          <p:nvCxnSpPr>
            <p:cNvPr id="98" name="直線接點 53">
              <a:extLst>
                <a:ext uri="{FF2B5EF4-FFF2-40B4-BE49-F238E27FC236}">
                  <a16:creationId xmlns="" xmlns:a16="http://schemas.microsoft.com/office/drawing/2014/main" id="{CF397029-83EE-B69C-1361-7FC59182D3DD}"/>
                </a:ext>
              </a:extLst>
            </p:cNvPr>
            <p:cNvCxnSpPr/>
            <p:nvPr/>
          </p:nvCxnSpPr>
          <p:spPr>
            <a:xfrm>
              <a:off x="5664917" y="1092291"/>
              <a:ext cx="0" cy="5731997"/>
            </a:xfrm>
            <a:prstGeom prst="line">
              <a:avLst/>
            </a:prstGeom>
            <a:grpFill/>
            <a:ln>
              <a:solidFill>
                <a:srgbClr val="87C0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群組 12">
            <a:extLst>
              <a:ext uri="{FF2B5EF4-FFF2-40B4-BE49-F238E27FC236}">
                <a16:creationId xmlns="" xmlns:a16="http://schemas.microsoft.com/office/drawing/2014/main" id="{62338745-A6D0-7ADB-788A-36E525D2741A}"/>
              </a:ext>
            </a:extLst>
          </p:cNvPr>
          <p:cNvGrpSpPr>
            <a:grpSpLocks/>
          </p:cNvGrpSpPr>
          <p:nvPr/>
        </p:nvGrpSpPr>
        <p:grpSpPr bwMode="auto">
          <a:xfrm>
            <a:off x="8331200" y="6472238"/>
            <a:ext cx="2995613" cy="217487"/>
            <a:chOff x="8324734" y="6205760"/>
            <a:chExt cx="2995784" cy="216269"/>
          </a:xfrm>
        </p:grpSpPr>
        <p:sp>
          <p:nvSpPr>
            <p:cNvPr id="100" name="圓角矩形 86">
              <a:extLst>
                <a:ext uri="{FF2B5EF4-FFF2-40B4-BE49-F238E27FC236}">
                  <a16:creationId xmlns="" xmlns:a16="http://schemas.microsoft.com/office/drawing/2014/main" id="{65DF197E-381E-AFD8-D9BC-B5BF8B93E904}"/>
                </a:ext>
              </a:extLst>
            </p:cNvPr>
            <p:cNvSpPr/>
            <p:nvPr/>
          </p:nvSpPr>
          <p:spPr>
            <a:xfrm>
              <a:off x="8324734" y="6205760"/>
              <a:ext cx="1011296" cy="216269"/>
            </a:xfrm>
            <a:prstGeom prst="roundRect">
              <a:avLst/>
            </a:prstGeom>
            <a:solidFill>
              <a:srgbClr val="5FC4C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1" name="圓角矩形 87">
              <a:extLst>
                <a:ext uri="{FF2B5EF4-FFF2-40B4-BE49-F238E27FC236}">
                  <a16:creationId xmlns="" xmlns:a16="http://schemas.microsoft.com/office/drawing/2014/main" id="{A1FD27FA-7520-9EF9-2D18-1ADFA700B812}"/>
                </a:ext>
              </a:extLst>
            </p:cNvPr>
            <p:cNvSpPr/>
            <p:nvPr/>
          </p:nvSpPr>
          <p:spPr>
            <a:xfrm>
              <a:off x="9382069" y="6205760"/>
              <a:ext cx="946204" cy="216269"/>
            </a:xfrm>
            <a:prstGeom prst="roundRect">
              <a:avLst/>
            </a:prstGeom>
            <a:solidFill>
              <a:srgbClr val="F8E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2" name="圓角矩形 88">
              <a:extLst>
                <a:ext uri="{FF2B5EF4-FFF2-40B4-BE49-F238E27FC236}">
                  <a16:creationId xmlns="" xmlns:a16="http://schemas.microsoft.com/office/drawing/2014/main" id="{F9C03B86-D670-7F7B-B93D-A5679E1DA872}"/>
                </a:ext>
              </a:extLst>
            </p:cNvPr>
            <p:cNvSpPr/>
            <p:nvPr/>
          </p:nvSpPr>
          <p:spPr>
            <a:xfrm>
              <a:off x="10374314" y="6205760"/>
              <a:ext cx="946204" cy="216269"/>
            </a:xfrm>
            <a:prstGeom prst="roundRect">
              <a:avLst/>
            </a:prstGeom>
            <a:solidFill>
              <a:srgbClr val="6DD5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grpSp>
        <p:nvGrpSpPr>
          <p:cNvPr id="103" name="群組 63">
            <a:extLst>
              <a:ext uri="{FF2B5EF4-FFF2-40B4-BE49-F238E27FC236}">
                <a16:creationId xmlns="" xmlns:a16="http://schemas.microsoft.com/office/drawing/2014/main" id="{5EEAD4CA-1DC3-5AD8-F36E-7B045C8A86DB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0"/>
            <a:ext cx="392112" cy="862013"/>
            <a:chOff x="488950" y="-4247"/>
            <a:chExt cx="391111" cy="861956"/>
          </a:xfrm>
        </p:grpSpPr>
        <p:sp>
          <p:nvSpPr>
            <p:cNvPr id="104" name="矩形 64">
              <a:extLst>
                <a:ext uri="{FF2B5EF4-FFF2-40B4-BE49-F238E27FC236}">
                  <a16:creationId xmlns="" xmlns:a16="http://schemas.microsoft.com/office/drawing/2014/main" id="{EF453E37-6ADA-367F-D1B5-AB127658FC73}"/>
                </a:ext>
              </a:extLst>
            </p:cNvPr>
            <p:cNvSpPr/>
            <p:nvPr/>
          </p:nvSpPr>
          <p:spPr>
            <a:xfrm>
              <a:off x="753385" y="210052"/>
              <a:ext cx="126676" cy="64765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srgbClr val="3C8C9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  <p:sp>
          <p:nvSpPr>
            <p:cNvPr id="105" name="矩形 65">
              <a:extLst>
                <a:ext uri="{FF2B5EF4-FFF2-40B4-BE49-F238E27FC236}">
                  <a16:creationId xmlns="" xmlns:a16="http://schemas.microsoft.com/office/drawing/2014/main" id="{0B039C19-C093-42A0-6B58-B628FCA30618}"/>
                </a:ext>
              </a:extLst>
            </p:cNvPr>
            <p:cNvSpPr/>
            <p:nvPr/>
          </p:nvSpPr>
          <p:spPr>
            <a:xfrm>
              <a:off x="488950" y="-4247"/>
              <a:ext cx="177346" cy="74131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>
                <a:solidFill>
                  <a:prstClr val="white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endParaRPr>
            </a:p>
          </p:txBody>
        </p:sp>
      </p:grpSp>
      <p:sp>
        <p:nvSpPr>
          <p:cNvPr id="58" name="文字版面配置區 7"/>
          <p:cNvSpPr>
            <a:spLocks noGrp="1"/>
          </p:cNvSpPr>
          <p:nvPr>
            <p:ph type="body" sz="quarter" idx="10"/>
          </p:nvPr>
        </p:nvSpPr>
        <p:spPr>
          <a:xfrm>
            <a:off x="1018090" y="327161"/>
            <a:ext cx="11029197" cy="46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rgbClr val="17375E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0" name="文字版面配置區 40"/>
          <p:cNvSpPr>
            <a:spLocks noGrp="1"/>
          </p:cNvSpPr>
          <p:nvPr>
            <p:ph type="body" sz="quarter" idx="13"/>
          </p:nvPr>
        </p:nvSpPr>
        <p:spPr>
          <a:xfrm>
            <a:off x="6008043" y="974185"/>
            <a:ext cx="1264934" cy="4135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3" name="文字版面配置區 44"/>
          <p:cNvSpPr>
            <a:spLocks noGrp="1"/>
          </p:cNvSpPr>
          <p:nvPr>
            <p:ph type="body" sz="quarter" idx="14"/>
          </p:nvPr>
        </p:nvSpPr>
        <p:spPr>
          <a:xfrm>
            <a:off x="9970257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9" name="文字版面配置區 44"/>
          <p:cNvSpPr>
            <a:spLocks noGrp="1"/>
          </p:cNvSpPr>
          <p:nvPr>
            <p:ph type="body" sz="quarter" idx="18"/>
          </p:nvPr>
        </p:nvSpPr>
        <p:spPr>
          <a:xfrm>
            <a:off x="7980028" y="974185"/>
            <a:ext cx="1265238" cy="38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Malgun Gothic Semilight" panose="020B0502040204020203" pitchFamily="34" charset="-120"/>
                <a:ea typeface="Malgun Gothic Semilight" panose="020B0502040204020203" pitchFamily="34" charset="-120"/>
                <a:cs typeface="Malgun Gothic Semilight" panose="020B0502040204020203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287635" y="6475393"/>
            <a:ext cx="1143749" cy="234552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297E87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4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8277786" y="6475393"/>
            <a:ext cx="1143749" cy="234552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0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0297484" y="6475393"/>
            <a:ext cx="1143749" cy="234552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76795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8C35CA4D-F96F-0D4C-3CCF-BB275BBD585E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="" xmlns:a16="http://schemas.microsoft.com/office/drawing/2014/main" id="{0D903C6E-3E34-38CC-081E-F9E3001D9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="" xmlns:a16="http://schemas.microsoft.com/office/drawing/2014/main" id="{80BBDEF4-508C-B6DF-4DFC-EA082BBB1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="" xmlns:a16="http://schemas.microsoft.com/office/drawing/2014/main" id="{F6E5D2FC-654E-2CEE-0DBE-D02C618EF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CD2B4413-EA13-0DA8-8C4B-789DB691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72099AD-85FB-6992-FBD4-DB72720F4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8">
            <a:extLst>
              <a:ext uri="{FF2B5EF4-FFF2-40B4-BE49-F238E27FC236}">
                <a16:creationId xmlns="" xmlns:a16="http://schemas.microsoft.com/office/drawing/2014/main" id="{F911DE3F-D26A-CBF6-1B4F-27E3D4E3678D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9" name="文字方塊 9">
            <a:extLst>
              <a:ext uri="{FF2B5EF4-FFF2-40B4-BE49-F238E27FC236}">
                <a16:creationId xmlns="" xmlns:a16="http://schemas.microsoft.com/office/drawing/2014/main" id="{87DC193F-1B29-77AB-584F-DE2011FB5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10" name="文字方塊 11">
            <a:extLst>
              <a:ext uri="{FF2B5EF4-FFF2-40B4-BE49-F238E27FC236}">
                <a16:creationId xmlns="" xmlns:a16="http://schemas.microsoft.com/office/drawing/2014/main" id="{D0EC1D3A-341E-D1A2-EDA3-D668D2528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11" name="圖片 13">
            <a:extLst>
              <a:ext uri="{FF2B5EF4-FFF2-40B4-BE49-F238E27FC236}">
                <a16:creationId xmlns="" xmlns:a16="http://schemas.microsoft.com/office/drawing/2014/main" id="{F3706B2D-AC70-8DD0-E46D-A9AA5062D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圖片 15">
            <a:extLst>
              <a:ext uri="{FF2B5EF4-FFF2-40B4-BE49-F238E27FC236}">
                <a16:creationId xmlns="" xmlns:a16="http://schemas.microsoft.com/office/drawing/2014/main" id="{23E66901-52CE-4C18-FD5B-EBD04A950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圖片 7">
            <a:extLst>
              <a:ext uri="{FF2B5EF4-FFF2-40B4-BE49-F238E27FC236}">
                <a16:creationId xmlns="" xmlns:a16="http://schemas.microsoft.com/office/drawing/2014/main" id="{96B0622B-2761-22E3-7645-1088D58D6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8">
            <a:extLst>
              <a:ext uri="{FF2B5EF4-FFF2-40B4-BE49-F238E27FC236}">
                <a16:creationId xmlns="" xmlns:a16="http://schemas.microsoft.com/office/drawing/2014/main" id="{7678CA76-E4F0-E292-7F0A-F1F897249FD7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5" name="文字方塊 9">
            <a:extLst>
              <a:ext uri="{FF2B5EF4-FFF2-40B4-BE49-F238E27FC236}">
                <a16:creationId xmlns="" xmlns:a16="http://schemas.microsoft.com/office/drawing/2014/main" id="{218EC620-D61E-C0CB-236E-A028FE60F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16" name="文字方塊 11">
            <a:extLst>
              <a:ext uri="{FF2B5EF4-FFF2-40B4-BE49-F238E27FC236}">
                <a16:creationId xmlns="" xmlns:a16="http://schemas.microsoft.com/office/drawing/2014/main" id="{4265486C-8805-383C-468C-3F0343F9F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17" name="圖片 13">
            <a:extLst>
              <a:ext uri="{FF2B5EF4-FFF2-40B4-BE49-F238E27FC236}">
                <a16:creationId xmlns="" xmlns:a16="http://schemas.microsoft.com/office/drawing/2014/main" id="{7FD5D169-1879-FB1C-18FC-C33B1CE9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5">
            <a:extLst>
              <a:ext uri="{FF2B5EF4-FFF2-40B4-BE49-F238E27FC236}">
                <a16:creationId xmlns="" xmlns:a16="http://schemas.microsoft.com/office/drawing/2014/main" id="{C54B1D8B-A280-EE63-010B-3DFDC364A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圖片 7">
            <a:extLst>
              <a:ext uri="{FF2B5EF4-FFF2-40B4-BE49-F238E27FC236}">
                <a16:creationId xmlns="" xmlns:a16="http://schemas.microsoft.com/office/drawing/2014/main" id="{A8421169-ED5B-FC9C-27E3-6939C1045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6125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矩形 8">
            <a:extLst>
              <a:ext uri="{FF2B5EF4-FFF2-40B4-BE49-F238E27FC236}">
                <a16:creationId xmlns="" xmlns:a16="http://schemas.microsoft.com/office/drawing/2014/main" id="{407A52DC-9B8A-AA39-6E67-8B81920707CA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1" name="文字方塊 9">
            <a:extLst>
              <a:ext uri="{FF2B5EF4-FFF2-40B4-BE49-F238E27FC236}">
                <a16:creationId xmlns="" xmlns:a16="http://schemas.microsoft.com/office/drawing/2014/main" id="{4812B33D-EFB5-D3B1-E430-C8EDE36C5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22" name="文字方塊 11">
            <a:extLst>
              <a:ext uri="{FF2B5EF4-FFF2-40B4-BE49-F238E27FC236}">
                <a16:creationId xmlns="" xmlns:a16="http://schemas.microsoft.com/office/drawing/2014/main" id="{D522C8EB-D3E7-9A20-BFB5-66374F708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23" name="圖片 13">
            <a:extLst>
              <a:ext uri="{FF2B5EF4-FFF2-40B4-BE49-F238E27FC236}">
                <a16:creationId xmlns="" xmlns:a16="http://schemas.microsoft.com/office/drawing/2014/main" id="{86AAD6FF-E543-54FE-8101-5BE012909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圖片 15">
            <a:extLst>
              <a:ext uri="{FF2B5EF4-FFF2-40B4-BE49-F238E27FC236}">
                <a16:creationId xmlns="" xmlns:a16="http://schemas.microsoft.com/office/drawing/2014/main" id="{F2FBDDC8-BC82-75E6-F6C5-6D6E110D7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圖片 7">
            <a:extLst>
              <a:ext uri="{FF2B5EF4-FFF2-40B4-BE49-F238E27FC236}">
                <a16:creationId xmlns="" xmlns:a16="http://schemas.microsoft.com/office/drawing/2014/main" id="{0858C7F6-3FE0-2DCE-C57E-A0E8E250D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9300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矩形 8">
            <a:extLst>
              <a:ext uri="{FF2B5EF4-FFF2-40B4-BE49-F238E27FC236}">
                <a16:creationId xmlns="" xmlns:a16="http://schemas.microsoft.com/office/drawing/2014/main" id="{E729AFB1-4F99-CA70-70AA-F4F85C7C4947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7" name="文字方塊 9">
            <a:extLst>
              <a:ext uri="{FF2B5EF4-FFF2-40B4-BE49-F238E27FC236}">
                <a16:creationId xmlns="" xmlns:a16="http://schemas.microsoft.com/office/drawing/2014/main" id="{215870C4-2F60-E716-AA66-7AB8116AF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28" name="文字方塊 11">
            <a:extLst>
              <a:ext uri="{FF2B5EF4-FFF2-40B4-BE49-F238E27FC236}">
                <a16:creationId xmlns="" xmlns:a16="http://schemas.microsoft.com/office/drawing/2014/main" id="{EBFECADB-678F-07A4-091E-C113990C2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29" name="圖片 13">
            <a:extLst>
              <a:ext uri="{FF2B5EF4-FFF2-40B4-BE49-F238E27FC236}">
                <a16:creationId xmlns="" xmlns:a16="http://schemas.microsoft.com/office/drawing/2014/main" id="{2D5EED91-B79B-9955-90C6-D14989905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" y="2360613"/>
            <a:ext cx="3109913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圖片 15">
            <a:extLst>
              <a:ext uri="{FF2B5EF4-FFF2-40B4-BE49-F238E27FC236}">
                <a16:creationId xmlns="" xmlns:a16="http://schemas.microsoft.com/office/drawing/2014/main" id="{8D3DA621-B389-A874-674F-23263B795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圖片 7">
            <a:extLst>
              <a:ext uri="{FF2B5EF4-FFF2-40B4-BE49-F238E27FC236}">
                <a16:creationId xmlns="" xmlns:a16="http://schemas.microsoft.com/office/drawing/2014/main" id="{31A5D787-8EC7-5B73-76AB-ABA1F4EFC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23825" y="5821363"/>
            <a:ext cx="124031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8">
            <a:extLst>
              <a:ext uri="{FF2B5EF4-FFF2-40B4-BE49-F238E27FC236}">
                <a16:creationId xmlns="" xmlns:a16="http://schemas.microsoft.com/office/drawing/2014/main" id="{D885ACB4-A1CF-EFBC-6E80-D4E1B743075F}"/>
              </a:ext>
            </a:extLst>
          </p:cNvPr>
          <p:cNvSpPr/>
          <p:nvPr/>
        </p:nvSpPr>
        <p:spPr>
          <a:xfrm>
            <a:off x="0" y="-15240"/>
            <a:ext cx="12192000" cy="6858000"/>
          </a:xfrm>
          <a:prstGeom prst="rect">
            <a:avLst/>
          </a:prstGeom>
          <a:gradFill flip="none" rotWithShape="1">
            <a:gsLst>
              <a:gs pos="52600">
                <a:schemeClr val="bg1"/>
              </a:gs>
              <a:gs pos="0">
                <a:srgbClr val="EDF9FA"/>
              </a:gs>
              <a:gs pos="100000">
                <a:srgbClr val="F6FCF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3" name="文字方塊 9">
            <a:extLst>
              <a:ext uri="{FF2B5EF4-FFF2-40B4-BE49-F238E27FC236}">
                <a16:creationId xmlns="" xmlns:a16="http://schemas.microsoft.com/office/drawing/2014/main" id="{7487544D-58A6-DA33-857A-254628BEC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5050" y="3844925"/>
            <a:ext cx="3449638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1400">
                <a:solidFill>
                  <a:srgbClr val="5AA8BA"/>
                </a:solidFill>
              </a:rPr>
              <a:t>ELAN Microelectronics Corporation</a:t>
            </a:r>
            <a:endParaRPr lang="zh-TW" altLang="en-US" sz="1400">
              <a:solidFill>
                <a:srgbClr val="5AA8BA"/>
              </a:solidFill>
            </a:endParaRPr>
          </a:p>
        </p:txBody>
      </p:sp>
      <p:sp>
        <p:nvSpPr>
          <p:cNvPr id="34" name="文字方塊 11">
            <a:extLst>
              <a:ext uri="{FF2B5EF4-FFF2-40B4-BE49-F238E27FC236}">
                <a16:creationId xmlns="" xmlns:a16="http://schemas.microsoft.com/office/drawing/2014/main" id="{E349B8A3-50C9-A505-57F5-080413476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0" y="2373313"/>
            <a:ext cx="3487738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dist" eaLnBrk="1" hangingPunct="1">
              <a:defRPr/>
            </a:pPr>
            <a:r>
              <a:rPr lang="en-US" altLang="zh-TW" sz="4000" b="1">
                <a:solidFill>
                  <a:srgbClr val="113F67"/>
                </a:solidFill>
                <a:ea typeface="Malgun Gothic" panose="020B0503020000020004" pitchFamily="34" charset="-127"/>
              </a:rPr>
              <a:t>Thank You</a:t>
            </a:r>
            <a:endParaRPr lang="zh-TW" altLang="en-US" sz="4000" b="1">
              <a:solidFill>
                <a:srgbClr val="113F67"/>
              </a:solidFill>
              <a:ea typeface="Malgun Gothic" panose="020B0503020000020004" pitchFamily="34" charset="-127"/>
            </a:endParaRPr>
          </a:p>
        </p:txBody>
      </p:sp>
      <p:pic>
        <p:nvPicPr>
          <p:cNvPr id="35" name="圖片 15">
            <a:extLst>
              <a:ext uri="{FF2B5EF4-FFF2-40B4-BE49-F238E27FC236}">
                <a16:creationId xmlns="" xmlns:a16="http://schemas.microsoft.com/office/drawing/2014/main" id="{3882AF4A-1F66-38FA-0D1C-E088663FE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350" y="3216275"/>
            <a:ext cx="681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圖片 7">
            <a:extLst>
              <a:ext uri="{FF2B5EF4-FFF2-40B4-BE49-F238E27FC236}">
                <a16:creationId xmlns="" xmlns:a16="http://schemas.microsoft.com/office/drawing/2014/main" id="{A3B6B9C0-3047-068D-FA00-251C88570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3"/>
          <a:stretch>
            <a:fillRect/>
          </a:stretch>
        </p:blipFill>
        <p:spPr bwMode="auto">
          <a:xfrm>
            <a:off x="-138113" y="5829300"/>
            <a:ext cx="124047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圖片 36" descr="一張含有 藝術, 創造力 的圖片&#10;&#10;自動產生的描述">
            <a:extLst>
              <a:ext uri="{FF2B5EF4-FFF2-40B4-BE49-F238E27FC236}">
                <a16:creationId xmlns="" xmlns:a16="http://schemas.microsoft.com/office/drawing/2014/main" id="{54248E47-4094-EDC5-11EF-120E5C2560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047875"/>
            <a:ext cx="3043237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30305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287" r:id="rId1"/>
    <p:sldLayoutId id="2147485288" r:id="rId2"/>
    <p:sldLayoutId id="2147485289" r:id="rId3"/>
    <p:sldLayoutId id="2147485290" r:id="rId4"/>
    <p:sldLayoutId id="2147485291" r:id="rId5"/>
    <p:sldLayoutId id="2147485292" r:id="rId6"/>
    <p:sldLayoutId id="2147485293" r:id="rId7"/>
    <p:sldLayoutId id="2147485294" r:id="rId8"/>
    <p:sldLayoutId id="2147485295" r:id="rId9"/>
    <p:sldLayoutId id="2147485296" r:id="rId10"/>
    <p:sldLayoutId id="2147485297" r:id="rId11"/>
    <p:sldLayoutId id="2147485298" r:id="rId12"/>
    <p:sldLayoutId id="2147485299" r:id="rId13"/>
    <p:sldLayoutId id="2147485300" r:id="rId14"/>
    <p:sldLayoutId id="2147485301" r:id="rId15"/>
    <p:sldLayoutId id="2147485302" r:id="rId16"/>
    <p:sldLayoutId id="2147485303" r:id="rId17"/>
    <p:sldLayoutId id="2147485304" r:id="rId1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algun Gothic" panose="020B0503020000020004" pitchFamily="34" charset="-127"/>
          <a:ea typeface="微軟正黑體" panose="020B0604030504040204" pitchFamily="34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="" xmlns:a16="http://schemas.microsoft.com/office/drawing/2014/main" id="{D4CB1E21-EE13-FED3-C9EB-9812189A1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5319713"/>
            <a:ext cx="2232025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Prepared by: ELAN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Date: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2026/8/10</a:t>
            </a:r>
            <a:endParaRPr lang="ja-JP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ja-JP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Ver. 1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="" xmlns:a16="http://schemas.microsoft.com/office/drawing/2014/main" id="{AB95A74F-1978-888D-6159-1E2D15837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2690813"/>
            <a:ext cx="83169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TW" sz="3400" b="1" dirty="0">
                <a:solidFill>
                  <a:srgbClr val="174567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N160JCN-EEK project 1pcs NG sample analysis report</a:t>
            </a:r>
            <a:endParaRPr lang="zh-TW" altLang="en-US" sz="3400" b="1" dirty="0">
              <a:solidFill>
                <a:srgbClr val="174567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="" xmlns:a16="http://schemas.microsoft.com/office/drawing/2014/main" id="{B8ACF07B-60F6-2EBF-84DD-56D8A7154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D1: Establish The Team</a:t>
            </a:r>
            <a:r>
              <a:rPr kumimoji="1" lang="en-US" altLang="zh-TW" sz="2000" b="1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22531" name="Rectangle 5">
            <a:extLst>
              <a:ext uri="{FF2B5EF4-FFF2-40B4-BE49-F238E27FC236}">
                <a16:creationId xmlns="" xmlns:a16="http://schemas.microsoft.com/office/drawing/2014/main" id="{95ECA516-FD00-0D82-B179-A91ADB94F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363" y="614363"/>
            <a:ext cx="4957762" cy="925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FAE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Slider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QRA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：楊家偉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/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PM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Betty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="" xmlns:a16="http://schemas.microsoft.com/office/drawing/2014/main" id="{08B14440-DB04-0361-628F-244013D97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6375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D2: Describe The Problem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="" xmlns:a16="http://schemas.microsoft.com/office/drawing/2014/main" id="{D6C518EC-0C48-11FD-349A-17F08E45A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6425"/>
            <a:ext cx="8856663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1.Where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Quanta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2. When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2026/08/4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客戶專案名稱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N160JCN-EEK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4.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異常狀況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TP function fail – TX open test NG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5. IC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型號：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eKTH5018N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6.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數量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1PCS</a:t>
            </a:r>
            <a:endParaRPr lang="zh-TW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4" name="Group 32">
            <a:extLst>
              <a:ext uri="{FF2B5EF4-FFF2-40B4-BE49-F238E27FC236}">
                <a16:creationId xmlns="" xmlns:a16="http://schemas.microsoft.com/office/drawing/2014/main" id="{22884D8B-EED9-CE76-DC32-F070F39AA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889000"/>
              </p:ext>
            </p:extLst>
          </p:nvPr>
        </p:nvGraphicFramePr>
        <p:xfrm>
          <a:off x="1005786" y="2571421"/>
          <a:ext cx="5058583" cy="963612"/>
        </p:xfrm>
        <a:graphic>
          <a:graphicData uri="http://schemas.openxmlformats.org/drawingml/2006/table">
            <a:tbl>
              <a:tblPr/>
              <a:tblGrid>
                <a:gridCol w="14764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8213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354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項次</a:t>
                      </a: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異常現象</a:t>
                      </a: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2814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40B10"/>
                          </a:solidFill>
                          <a:effectLst/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IM-26080011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40B10"/>
                        </a:solidFill>
                        <a:effectLst/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D7D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indent="0" algn="ctr" fontAlgn="auto"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kumimoji="0" lang="en-US" altLang="zh-TW" sz="16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TP</a:t>
                      </a:r>
                      <a:r>
                        <a:rPr kumimoji="0" lang="zh-TW" altLang="en-US" sz="1600" baseline="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zh-TW" sz="1600" baseline="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function fail – TX open test NG</a:t>
                      </a:r>
                      <a:endParaRPr kumimoji="0" lang="en-US" altLang="zh-TW" sz="16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T="45631" marB="4563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D7D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402" y="2068902"/>
            <a:ext cx="5372160" cy="403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="" xmlns:a16="http://schemas.microsoft.com/office/drawing/2014/main" id="{684C2393-D48C-7F51-F276-157AEAF5F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="" xmlns:a16="http://schemas.microsoft.com/office/drawing/2014/main" id="{AFF81067-31B3-F740-A596-DFAA13453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外觀確認：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 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外觀狀況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表面無</a:t>
            </a:r>
            <a:r>
              <a:rPr kumimoji="1"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明顯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kumimoji="1"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但 </a:t>
            </a:r>
            <a:r>
              <a:rPr kumimoji="1"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 </a:t>
            </a:r>
            <a:r>
              <a:rPr kumimoji="1"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會發燙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 </a:t>
            </a:r>
            <a:r>
              <a:rPr kumimoji="1"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端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C6 and D3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已被移除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98" y="1513815"/>
            <a:ext cx="7101397" cy="258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4197702"/>
            <a:ext cx="4348192" cy="2486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="" xmlns:a16="http://schemas.microsoft.com/office/drawing/2014/main" id="{E8A31011-266E-0BC6-FE9B-5802ECDC1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5099B258-93F1-AE21-3F78-B490B1D2C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FW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version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 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and dump IC code </a:t>
            </a:r>
            <a:r>
              <a:rPr kumimoji="1"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比較：</a:t>
            </a:r>
            <a:endParaRPr kumimoji="1" lang="en-US" altLang="zh-TW" dirty="0" smtClean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讀取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FW information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正確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dump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 code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進行比對正確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61" y="1701561"/>
            <a:ext cx="30480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279" y="1701561"/>
            <a:ext cx="5315759" cy="4033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556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="" xmlns:a16="http://schemas.microsoft.com/office/drawing/2014/main" id="{E8A31011-266E-0BC6-FE9B-5802ECDC1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5099B258-93F1-AE21-3F78-B490B1D2C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88201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模組產測測試：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Can’t test, only </a:t>
            </a:r>
            <a:r>
              <a:rPr kumimoji="1"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kumimoji="1"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no panel.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="" xmlns:a16="http://schemas.microsoft.com/office/drawing/2014/main" id="{D12C263A-9F65-7F7A-8F71-BFEB648AE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04788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D3: Develop Containment Action 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="" xmlns:a16="http://schemas.microsoft.com/office/drawing/2014/main" id="{A1108A14-E100-5BC6-66A9-A55F5EFEA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604838"/>
            <a:ext cx="10536238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電性確認：</a:t>
            </a:r>
            <a:endParaRPr kumimoji="1"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確認結果：量測訊號腳位電壓值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</a:t>
            </a:r>
            <a:r>
              <a:rPr kumimoji="1"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對地阻抗和二極體特性如下</a:t>
            </a:r>
            <a:r>
              <a:rPr kumimoji="1" lang="en-US" altLang="zh-TW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:</a:t>
            </a:r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VH/VOUT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電壓值異常</a:t>
            </a:r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and VH 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二極體</a:t>
            </a:r>
            <a:r>
              <a:rPr lang="zh-TW" altLang="en-US" dirty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特性</a:t>
            </a:r>
            <a:r>
              <a:rPr lang="zh-TW" altLang="en-US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lang="en-US" altLang="zh-TW" dirty="0" smtClean="0">
                <a:solidFill>
                  <a:srgbClr val="FF000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lang="en-US" altLang="zh-TW" dirty="0">
              <a:solidFill>
                <a:srgbClr val="FF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lang="zh-TW" altLang="en-US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endParaRPr kumimoji="1" lang="en-US" altLang="zh-TW" dirty="0">
              <a:solidFill>
                <a:srgbClr val="FF000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="" xmlns:a16="http://schemas.microsoft.com/office/drawing/2014/main" id="{51BE4BFD-B751-1300-3965-D1B6DB048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43868"/>
              </p:ext>
            </p:extLst>
          </p:nvPr>
        </p:nvGraphicFramePr>
        <p:xfrm>
          <a:off x="1022350" y="1760538"/>
          <a:ext cx="6103938" cy="4125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5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7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207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247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3317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170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#1</a:t>
                      </a:r>
                      <a:endParaRPr lang="zh-TW" altLang="en-US" sz="1200" dirty="0"/>
                    </a:p>
                  </a:txBody>
                  <a:tcPr marL="91476" marR="91476" marT="45686" marB="45686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Spec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電壓</a:t>
                      </a:r>
                      <a:endParaRPr lang="en-US" altLang="zh-TW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對地阻抗</a:t>
                      </a: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(ohm)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二極體特性</a:t>
                      </a:r>
                      <a:endParaRPr lang="en-US" altLang="zh-TW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(V)</a:t>
                      </a:r>
                      <a:endParaRPr lang="zh-TW" altLang="en-US" sz="1200" dirty="0"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VCC33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16M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0.43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VCCIO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16M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0.43</a:t>
                      </a:r>
                      <a:endParaRPr lang="en-US" altLang="zh-TW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VDDAD14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1.4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1.4</a:t>
                      </a:r>
                      <a:endParaRPr lang="zh-TW" altLang="en-US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60K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0.51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AVDD30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3.0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2.8</a:t>
                      </a:r>
                      <a:endParaRPr lang="zh-TW" altLang="en-US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233K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0.46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VH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11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5.7K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Vout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3.6</a:t>
                      </a:r>
                      <a:endParaRPr lang="zh-TW" altLang="en-US" sz="1200" kern="12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O.L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0.56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VDDK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1.2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1.17</a:t>
                      </a:r>
                      <a:endParaRPr lang="en-US" altLang="zh-TW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12.3K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0.44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28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SCL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0.45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26" marR="91426" marT="45699" marB="45699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28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SDA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0.45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26" marR="91426" marT="45699" marB="45699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Report Switch 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0.48</a:t>
                      </a:r>
                      <a:endParaRPr lang="en-US" altLang="zh-TW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28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INT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3.3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6" marR="91476" marT="45686" marB="45686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040B10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3.23</a:t>
                      </a:r>
                      <a:endParaRPr lang="zh-TW" altLang="en-US" sz="1200" kern="1200" dirty="0">
                        <a:solidFill>
                          <a:srgbClr val="040B10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6.9M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rgbClr val="17375E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0.48</a:t>
                      </a:r>
                      <a:endParaRPr lang="en-US" altLang="zh-TW" sz="1200" kern="1200" dirty="0">
                        <a:solidFill>
                          <a:srgbClr val="17375E"/>
                        </a:solidFill>
                        <a:latin typeface="Arial" panose="020B0604020202020204" pitchFamily="34" charset="0"/>
                        <a:ea typeface="標楷體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1471" marR="91471" marT="45698" marB="45698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="" xmlns:a16="http://schemas.microsoft.com/office/drawing/2014/main" id="{98698750-00B1-79DE-52F3-E087FE5AFFD8}"/>
              </a:ext>
            </a:extLst>
          </p:cNvPr>
          <p:cNvGraphicFramePr>
            <a:graphicFrameLocks noGrp="1"/>
          </p:cNvGraphicFramePr>
          <p:nvPr/>
        </p:nvGraphicFramePr>
        <p:xfrm>
          <a:off x="8207375" y="1903413"/>
          <a:ext cx="2638424" cy="517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7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502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5635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258763"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阻抗</a:t>
                      </a:r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二極體特性</a:t>
                      </a:r>
                    </a:p>
                  </a:txBody>
                  <a:tcPr marL="91432" marR="91432" marT="45562" marB="45562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Spec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&gt;Kohm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tc>
                  <a:txBody>
                    <a:bodyPr/>
                    <a:lstStyle/>
                    <a:p>
                      <a:r>
                        <a:rPr lang="en-US" altLang="zh-TW" sz="1100" dirty="0"/>
                        <a:t>0.4V~0.6V</a:t>
                      </a:r>
                      <a:endParaRPr lang="zh-TW" altLang="en-US" sz="1100" dirty="0"/>
                    </a:p>
                  </a:txBody>
                  <a:tcPr marL="91432" marR="91432" marT="45562" marB="45562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="" xmlns:a16="http://schemas.microsoft.com/office/drawing/2014/main" id="{E4148D32-9076-1846-F969-0A6218B9F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14313"/>
            <a:ext cx="676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 eaLnBrk="1" hangingPunct="1"/>
            <a:r>
              <a:rPr kumimoji="1" lang="en-US" altLang="zh-TW" sz="2000" u="sng">
                <a:solidFill>
                  <a:srgbClr val="0000CC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Summary</a:t>
            </a:r>
            <a:endParaRPr kumimoji="1" lang="en-US" altLang="zh-TW" sz="2000" b="1" i="1" u="sng">
              <a:solidFill>
                <a:srgbClr val="0000CC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8675" name="文字方塊 2">
            <a:extLst>
              <a:ext uri="{FF2B5EF4-FFF2-40B4-BE49-F238E27FC236}">
                <a16:creationId xmlns="" xmlns:a16="http://schemas.microsoft.com/office/drawing/2014/main" id="{1EFB9093-6285-150D-6AEB-B096196C9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855663"/>
            <a:ext cx="10544175" cy="163121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Malgun Gothic" panose="020B0503020000020004" pitchFamily="34" charset="-127"/>
                <a:ea typeface="微軟正黑體" panose="020B0604030504040204" pitchFamily="34" charset="-120"/>
              </a:defRPr>
            </a:lvl9pPr>
          </a:lstStyle>
          <a:p>
            <a:pPr>
              <a:spcBef>
                <a:spcPts val="300"/>
              </a:spcBef>
              <a:defRPr/>
            </a:pPr>
            <a:r>
              <a:rPr lang="en-US" altLang="zh-TW" dirty="0" err="1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FPCa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版端狀況確認如下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疑似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有問題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</a:p>
          <a:p>
            <a:pPr marL="1085850" lvl="1" indent="-342900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外觀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無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但會發燙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.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1085850" lvl="1" indent="-342900">
              <a:spcBef>
                <a:spcPts val="300"/>
              </a:spcBef>
              <a:buFont typeface="+mj-lt"/>
              <a:buAutoNum type="arabicPeriod"/>
              <a:defRPr/>
            </a:pP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電性確認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：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VH/VOUT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電壓值異常且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VH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二極體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特性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異常</a:t>
            </a:r>
            <a:endParaRPr lang="en-US" altLang="zh-TW" dirty="0" smtClean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1" indent="0">
              <a:spcBef>
                <a:spcPts val="300"/>
              </a:spcBef>
              <a:defRPr/>
            </a:pP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  <a:defRPr/>
            </a:pP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下一步</a:t>
            </a:r>
            <a:r>
              <a:rPr lang="zh-TW" altLang="en-US" dirty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分析計畫：須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進一步分析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IC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端是否損壞 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en-US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新竹</a:t>
            </a:r>
            <a:r>
              <a:rPr lang="en-US" altLang="zh-TW" dirty="0" smtClean="0">
                <a:solidFill>
                  <a:srgbClr val="040B10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QRA team)</a:t>
            </a:r>
            <a:endParaRPr lang="en-US" altLang="zh-TW" dirty="0">
              <a:solidFill>
                <a:srgbClr val="040B10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文字版面配置區 1">
            <a:extLst>
              <a:ext uri="{FF2B5EF4-FFF2-40B4-BE49-F238E27FC236}">
                <a16:creationId xmlns="" xmlns:a16="http://schemas.microsoft.com/office/drawing/2014/main" id="{3CE30BD5-BEFD-53C7-812D-66D5D5F124BF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1017588" y="327025"/>
            <a:ext cx="11029950" cy="466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9699" name="圖片 4" descr="一張含有 文字, 天空, 建築, 螢幕擷取畫面 的圖片&#10;&#10;自動產生的描述">
            <a:extLst>
              <a:ext uri="{FF2B5EF4-FFF2-40B4-BE49-F238E27FC236}">
                <a16:creationId xmlns="" xmlns:a16="http://schemas.microsoft.com/office/drawing/2014/main" id="{B62FFBE5-0572-3E81-D340-4CDB6614D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分析方法與流程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D1: 建立團隊(FAE/QRA/PM)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945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945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D2: 描述問題(5W2H)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088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88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D3: 圍堵行動(Containment)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232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32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D4: 根因分析(5-Why/Fishbone)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D5: 永久對策(PCA)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519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519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D6: 實施與驗證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662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6626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D7: 再發防止(SOP/防呆)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8061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80610"/>
            <a:ext cx="333756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D8: 團隊表揚與經驗傳承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389120" y="1280160"/>
          <a:ext cx="734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8560"/>
                <a:gridCol w="2448560"/>
                <a:gridCol w="2448560"/>
              </a:tblGrid>
              <a:tr h="4572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適用場景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備註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光學檢查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外部損傷、燒毀痕跡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快速、低成本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晶片內部結構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需真空環境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FIB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橫截面分析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破壞性測試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X-ray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封裝裂縫、空洞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非破壞性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Decap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開蓋檢查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化學蝕刻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TDR/示波器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訊號完整性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時域反射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XRD/EDX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材料分析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成分鑑定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/>
                        <a:t>ESD 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靜電耐受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HBM/CDM 模型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數據與證據支持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28738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測試項目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DVT 正常品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PVT 異常品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Spec 範圍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判定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ESD HBM (±2kV)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通過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±2kV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需補測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I/O 對地阻抗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5.7KΩ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&gt;1MΩ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VH/VOUT 電壓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二極體特性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0.4-0.6V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FAIL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00"/>
                        <a:t>FW 讀取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  <a:tr h="287388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無損傷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5661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圖片解析度 ≥ 1000x(建議 ≥ 2000x 以利 IC Marking 辨識)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00000"/>
                </a:solidFill>
              </a:rPr>
              <a:t>對焦清晰,IC 標籤、Marking 可清楚辨識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含比例尺(scale bar),方便評估損傷範圍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ED7D31"/>
                </a:solidFill>
              </a:rPr>
              <a:t>異常點明確標註(箭頭、方框、文字說明)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對照組(Golden Sample)與異常品並列比較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9496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F4E79"/>
                </a:solidFill>
              </a:rPr>
              <a:t>每個量化數據有來源追溯(儀器型號、測試條件、日期)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228600" cy="2286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/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0720"/>
            <a:ext cx="10957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70AD47"/>
                </a:solidFill>
              </a:rPr>
              <a:t>統計顯著性(p-value、CI)支援結論(非僅描述)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 orient="horiz"/>
          </p:nvPr>
        </p:nvSpPr>
        <p:spPr>
          <a:xfrm/>
        </p:spPr>
        <p:txBody>
          <a:bodyPr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為什麼需要 5-Why:</a:t>
            </a:r>
          </a:p>
          <a:p>
            <a:pPr>
              <a:defRPr sz="1400"/>
            </a:pPr>
            <a:r>
              <a:t>僅進行初步的外觀檢查與電性量測，缺乏深度的失效分析手段（如 SEM/X-ray），且流程僅停留在初步判斷階段。</a:t>
            </a:r>
          </a:p>
          <a:p>
            <a:pPr>
              <a:defRPr sz="1400"/>
            </a:pPr>
            <a:r>
              <a:t>報告僅提出「疑似 IC 有問題」，並未透過 5-Why 或邏輯推導找出真正的根本原因，屬於推測而非分析。</a:t>
            </a:r>
          </a:p>
          <a:p>
            <a:br/>
            <a:pPr>
              <a:defRPr b="1"/>
            </a:pPr>
            <a:r>
              <a:t>[推導流程]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5-Why 根因推導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僅進行初步的外觀檢查與電性量測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7556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0416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報告僅提出「疑似 IC 有問題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3108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5968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1: 表層現象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60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2: 直接原因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42120" y="5166360"/>
            <a:ext cx="182880" cy="182880"/>
          </a:xfrm>
          <a:prstGeom prst="rightArrow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70720" y="4114800"/>
            <a:ext cx="2072640" cy="22860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Why 3: 間接原因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控制組 / 對照組分析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9144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對照組設定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目的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驗證邏輯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Golden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建立失效基準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與異常品並列比對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DVT 正常品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製程能力驗證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統計差異分析 (t-test)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同批 PVT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排除批次性失效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批次間變異數分析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跨批抽樣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長期趨勢監測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管制圖 (Control Chart)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新增,提供控制組/對照組/證據型根因分析的標準範本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證據型根因分析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7620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證據類型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取得方式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說服力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電性數據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I/V 曲線、阻抗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結構影像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SEM、X-ray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成分分析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EDX、XRD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中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失效重現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HTSL、HAST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高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000"/>
                        <a:t>統計分析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p-value、CI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新增,提供控制組/對照組/證據型根因分析的標準範本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 orient="horiz"/>
          </p:nvPr>
        </p:nvSpPr>
        <p:spPr>
          <a:xfrm/>
        </p:spPr>
        <p:txBody>
          <a:bodyPr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針對問題點之深度分析建議:</a:t>
            </a:r>
          </a:p>
          <a:p>
            <a:pPr>
              <a:defRPr sz="1400"/>
            </a:pPr>
            <a:r>
              <a:t>僅進行初步的外觀檢查與電性量測，缺乏深度的失效分析手段（如 SEM/X-ray），且流程僅停留在初步判斷階段。</a:t>
            </a:r>
          </a:p>
          <a:p>
            <a:pPr>
              <a:defRPr sz="1400"/>
            </a:pPr>
            <a:r>
              <a:t>報告僅提出「疑似 IC 有問題」，並未透過 5-Why 或邏輯推導找出真正的根本原因，屬於推測而非分析。</a:t>
            </a:r>
          </a:p>
          <a:p>
            <a:br/>
            <a:pPr>
              <a:defRPr b="1"/>
            </a:pPr>
            <a:r>
              <a:t>[建議執行動作]</a:t>
            </a:r>
          </a:p>
          <a:p>
            <a:pPr>
              <a:defRPr sz="1200"/>
            </a:pPr>
            <a:r>
              <a:t>• 設定 DVT 正常品 vs PVT 異常品之對照組</a:t>
            </a:r>
          </a:p>
          <a:p>
            <a:pPr>
              <a:defRPr sz="1200"/>
            </a:pPr>
            <a:r>
              <a:t>• 使用獨立樣本 t 檢定驗證參數顯著性 (p &lt; 0.05)</a:t>
            </a:r>
          </a:p>
          <a:p>
            <a:pPr>
              <a:defRPr sz="1200"/>
            </a:pPr>
            <a:r>
              <a:t>• 確保統計證據支持最終提到的根本原因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根因驗證及統計分析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 orient="horiz"/>
          </p:nvPr>
        </p:nvSpPr>
        <p:spPr>
          <a:xfrm/>
        </p:spPr>
        <p:txBody>
          <a:bodyPr/>
          <a:lstStyle/>
          <a:p>
            <a:pPr>
              <a:defRPr b="1" sz="1800">
                <a:solidFill>
                  <a:srgbClr val="0070C0"/>
                </a:solidFill>
              </a:defRPr>
            </a:pPr>
            <a:r>
              <a:t>擬議改善對策項目:</a:t>
            </a:r>
          </a:p>
          <a:p>
            <a:pPr>
              <a:defRPr sz="1400"/>
            </a:pPr>
            <a:r>
              <a:t>包含專案名稱、型號、日期及團隊成員，基本資訊尚算完整。</a:t>
            </a:r>
          </a:p>
          <a:p>
            <a:pPr>
              <a:defRPr sz="1400"/>
            </a:pPr>
            <a:r>
              <a:t>描述了失效現象 (TX open) 與數量，但缺乏對失效影響範圍的量化評估。</a:t>
            </a:r>
          </a:p>
          <a:p>
            <a:pPr>
              <a:defRPr sz="1400"/>
            </a:pPr>
            <a:r>
              <a:t>僅進行初步的外觀檢查與電性量測，缺乏深度的失效分析手段（如 SEM/X-ray），且流程僅停留在初步判斷階段。</a:t>
            </a:r>
          </a:p>
          <a:p>
            <a:br/>
            <a:pPr>
              <a:defRPr b="1"/>
            </a:pPr>
            <a:r>
              <a:t>[標準化與監測計畫]</a:t>
            </a:r>
          </a:p>
          <a:p>
            <a:pPr>
              <a:defRPr sz="1200"/>
            </a:pPr>
            <a:r>
              <a:t>• 建立入料檢驗 (IQC) SOP 與測試閾值</a:t>
            </a:r>
          </a:p>
          <a:p>
            <a:pPr>
              <a:defRPr sz="1200"/>
            </a:pPr>
            <a:r>
              <a:t>• 導入自動化監測設備於生產線</a:t>
            </a:r>
          </a:p>
          <a:p>
            <a:pPr>
              <a:defRPr sz="1200"/>
            </a:pPr>
            <a:r>
              <a:t>• 將此案例納入知識管理資料庫以利後續追蹤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長期預防措施與改善對策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0"/>
            <a:ext cx="11277600" cy="9144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53920" y="5532120"/>
            <a:ext cx="365760" cy="365760"/>
          </a:xfrm>
          <a:prstGeom prst="ellips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</a:rPr>
              <a:t>短期 (&lt; 1 個月)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D+0 ~ D+30</a:t>
            </a:r>
          </a:p>
        </p:txBody>
      </p:sp>
      <p:sp>
        <p:nvSpPr>
          <p:cNvPr id="9" name="Oval 8"/>
          <p:cNvSpPr/>
          <p:nvPr/>
        </p:nvSpPr>
        <p:spPr>
          <a:xfrm>
            <a:off x="5913120" y="5532120"/>
            <a:ext cx="365760" cy="36576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64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</a:rPr>
              <a:t>中期 (1-3 個月)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4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D+30 ~ D+90</a:t>
            </a:r>
          </a:p>
        </p:txBody>
      </p:sp>
      <p:sp>
        <p:nvSpPr>
          <p:cNvPr id="12" name="Oval 11"/>
          <p:cNvSpPr/>
          <p:nvPr/>
        </p:nvSpPr>
        <p:spPr>
          <a:xfrm>
            <a:off x="9672320" y="5532120"/>
            <a:ext cx="365760" cy="365760"/>
          </a:xfrm>
          <a:prstGeom prst="ellips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5600" y="5943600"/>
            <a:ext cx="37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0AD47"/>
                </a:solidFill>
              </a:rPr>
              <a:t>長期 (&gt; 3 個月)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5600" y="6217920"/>
            <a:ext cx="375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D+90 ~ D+180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IQC 入料檢驗標準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檢驗項目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抽驗比例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允收標準 (AQL)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不合格處置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外觀檢查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AQL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MIL-STD-105E Level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尺寸量測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±0.05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隔離/特採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電性測試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全數測試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退貨/報廢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X-ray 檢查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無空洞、裂痕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重工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DPA 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pcs/批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結構完整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退貨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監測與知識管理 (KM)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77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頻率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負責單位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產出文件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KMS 登錄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每案結案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KM 文件編號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失效資料庫更新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失效資料庫月報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跨部門分享會議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會議紀錄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同類型失效再發監測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失效趨勢分析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/>
                        <a:t>SOP 改版提案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每半年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製程工程師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SOP 改版單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7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✓ 此頁為 v3.1.1 新增的標準化對照表,提供 IQC 抽驗比例與 KM 監測頻率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此份報告僅能被視為『初步異常檢驗報告』而非真正的『失效分析報告 (Failure Analysis Report)』。報告雖然記錄了初步電性異常現象，但對於根本原因的探討完全缺失，且沒有任何改善對策。目前的結論僅為觀察到的現象（IC 發燙、電壓異常），而非原因。建議必須完成後續的新竹 QRA 深入分析，並根據分析結果提出完整的因果邏輯與預防措施。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Key Improvements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pPr>
              <a:defRPr sz="1300">
                <a:solidFill>
                  <a:srgbClr val="0070C0"/>
                </a:solidFill>
              </a:defRPr>
            </a:pPr>
            <a:r>
              <a:t>• 包含專案名稱、型號、日期及團隊成員，基本資訊尚算完整。</a:t>
            </a:r>
          </a:p>
          <a:p>
            <a:pPr>
              <a:defRPr sz="1300">
                <a:solidFill>
                  <a:srgbClr val="0070C0"/>
                </a:solidFill>
              </a:defRPr>
            </a:pPr>
            <a:r>
              <a:t>• 描述了失效現象 (TX open) 與數量，但缺乏對失效影響範圍的量化評估。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僅進行初步的外觀檢查與電性量測，缺乏深度的失效分析手段（如 SEM/X-ray），且流程僅停留在初步判斷階段。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提供了電性參數表格與 IC 照片，但圖片解析度不夠清晰（尤其是 IC 標籤），且缺乏與 Good Sample 的對照數據。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報告僅提出「疑似 IC 有問題」，並未透過 5-Why 或邏輯推導找出真正的根本原因，屬於推測而非分析。</a:t>
            </a:r>
          </a:p>
          <a:p>
            <a:pPr>
              <a:defRPr sz="1300">
                <a:solidFill>
                  <a:srgbClr val="FF0000"/>
                </a:solidFill>
              </a:defRPr>
            </a:pPr>
            <a:r>
              <a:t>• 完全缺乏改善對策，僅提出「下一步分析計畫」，未針對現有問題提出短期或長期預防措施。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274320"/>
            <a:ext cx="11277600" cy="914400"/>
          </a:xfrm>
          <a:prstGeom prst="rect">
            <a:avLst/>
          </a:prstGeom>
          <a:noFill/>
        </p:spPr>
        <p:txBody>
          <a:bodyPr wrap="square" lIns="45720" rIns="45720" tIns="18288" bIns="18288"/>
          <a:lstStyle/>
          <a:p>
            <a:r>
              <a:t>6 維度評分分析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基本資訊完整性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691640"/>
            <a:ext cx="9448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691640"/>
            <a:ext cx="8031480" cy="548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80520" y="164592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70AD47"/>
                </a:solidFill>
              </a:rPr>
              <a:t>85/100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問題描述與定義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331720"/>
            <a:ext cx="9448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2331720"/>
            <a:ext cx="661416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80520" y="228600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1F4E79"/>
                </a:solidFill>
              </a:rPr>
              <a:t>70/100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分析方法與流程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971800"/>
            <a:ext cx="9448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2971800"/>
            <a:ext cx="4724400" cy="5486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80520" y="292608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ED7D31"/>
                </a:solidFill>
              </a:rPr>
              <a:t>50/100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數據與證據支持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611880"/>
            <a:ext cx="9448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3611880"/>
            <a:ext cx="425196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80520" y="356616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C00000"/>
                </a:solidFill>
              </a:rPr>
              <a:t>45/100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根因分析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251960"/>
            <a:ext cx="9448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4251960"/>
            <a:ext cx="377952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80520" y="420624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C00000"/>
                </a:solidFill>
              </a:rPr>
              <a:t>40/100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371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/>
              <a:t>改善對策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4892040"/>
            <a:ext cx="9448800" cy="5486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4892040"/>
            <a:ext cx="377952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80520" y="4846320"/>
            <a:ext cx="411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900" b="1">
                <a:solidFill>
                  <a:srgbClr val="C00000"/>
                </a:solidFill>
              </a:rPr>
              <a:t>40/100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ELAN PPT Theme">
  <a:themeElements>
    <a:clrScheme name="ELAN">
      <a:dk1>
        <a:srgbClr val="174567"/>
      </a:dk1>
      <a:lt1>
        <a:srgbClr val="FFFFFF"/>
      </a:lt1>
      <a:dk2>
        <a:srgbClr val="84D6C6"/>
      </a:dk2>
      <a:lt2>
        <a:srgbClr val="5AA8BA"/>
      </a:lt2>
      <a:accent1>
        <a:srgbClr val="1C83A8"/>
      </a:accent1>
      <a:accent2>
        <a:srgbClr val="BCDDEA"/>
      </a:accent2>
      <a:accent3>
        <a:srgbClr val="5FC4CF"/>
      </a:accent3>
      <a:accent4>
        <a:srgbClr val="D4EFF2"/>
      </a:accent4>
      <a:accent5>
        <a:srgbClr val="FFCD3F"/>
      </a:accent5>
      <a:accent6>
        <a:srgbClr val="FF7058"/>
      </a:accent6>
      <a:hlink>
        <a:srgbClr val="5AA8BA"/>
      </a:hlink>
      <a:folHlink>
        <a:srgbClr val="174567"/>
      </a:folHlink>
    </a:clrScheme>
    <a:fontScheme name="ELAN">
      <a:majorFont>
        <a:latin typeface="Malgun Gothic"/>
        <a:ea typeface="微軟正黑體"/>
        <a:cs typeface=""/>
      </a:majorFont>
      <a:minorFont>
        <a:latin typeface="Malgun Gothic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ELAN PPT Theme" id="{A80F233B-FF84-4C42-8B4C-7885053404A8}" vid="{C3BEEF2C-5988-4BAB-B9D7-F70D8889F2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3BF96926057C40468D86D23D755EE106" ma:contentTypeVersion="11" ma:contentTypeDescription="建立新的文件。" ma:contentTypeScope="" ma:versionID="64d1ad70b35926e97eefafbcc3bec9e0">
  <xsd:schema xmlns:xsd="http://www.w3.org/2001/XMLSchema" xmlns:xs="http://www.w3.org/2001/XMLSchema" xmlns:p="http://schemas.microsoft.com/office/2006/metadata/properties" xmlns:ns2="07062b74-21b9-4d35-bb64-95228f7b51a3" xmlns:ns3="427e206d-0184-41df-8042-50341dadd99b" targetNamespace="http://schemas.microsoft.com/office/2006/metadata/properties" ma:root="true" ma:fieldsID="746a58fff38642dca9a5eb0b5727ccee" ns2:_="" ns3:_="">
    <xsd:import namespace="07062b74-21b9-4d35-bb64-95228f7b51a3"/>
    <xsd:import namespace="427e206d-0184-41df-8042-50341dadd9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62b74-21b9-4d35-bb64-95228f7b51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影像標籤" ma:readOnly="false" ma:fieldId="{5cf76f15-5ced-4ddc-b409-7134ff3c332f}" ma:taxonomyMulti="true" ma:sspId="2369fd5c-cb0b-40c9-8a86-a405fa0ede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7e206d-0184-41df-8042-50341dadd9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7dd1bba-18a5-40da-ad17-7f6114a99208}" ma:internalName="TaxCatchAll" ma:showField="CatchAllData" ma:web="427e206d-0184-41df-8042-50341dadd9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7e206d-0184-41df-8042-50341dadd99b"/>
    <lcf76f155ced4ddcb4097134ff3c332f xmlns="07062b74-21b9-4d35-bb64-95228f7b51a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24B465-FA77-40B7-98E7-11915A7869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62b74-21b9-4d35-bb64-95228f7b51a3"/>
    <ds:schemaRef ds:uri="427e206d-0184-41df-8042-50341dadd9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78EB14-E1FD-4C06-BFC8-01A69F97109E}">
  <ds:schemaRefs>
    <ds:schemaRef ds:uri="http://schemas.microsoft.com/office/2006/metadata/properties"/>
    <ds:schemaRef ds:uri="http://schemas.microsoft.com/office/infopath/2007/PartnerControls"/>
    <ds:schemaRef ds:uri="427e206d-0184-41df-8042-50341dadd99b"/>
    <ds:schemaRef ds:uri="07062b74-21b9-4d35-bb64-95228f7b51a3"/>
  </ds:schemaRefs>
</ds:datastoreItem>
</file>

<file path=customXml/itemProps3.xml><?xml version="1.0" encoding="utf-8"?>
<ds:datastoreItem xmlns:ds="http://schemas.openxmlformats.org/officeDocument/2006/customXml" ds:itemID="{B78FFDD2-D2D6-4B23-A1E3-E608487238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33035</TotalTime>
  <Words>338</Words>
  <Application>Microsoft Office PowerPoint</Application>
  <PresentationFormat>自訂</PresentationFormat>
  <Paragraphs>111</Paragraphs>
  <Slides>9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4_ELAN PPT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Athina</dc:creator>
  <cp:lastModifiedBy>Slider</cp:lastModifiedBy>
  <cp:revision>801</cp:revision>
  <dcterms:created xsi:type="dcterms:W3CDTF">2022-09-20T09:27:14Z</dcterms:created>
  <dcterms:modified xsi:type="dcterms:W3CDTF">2026-08-10T09:27:04Z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xCatchAll">
    <vt:lpwstr/>
  </property>
  <property fmtid="{D5CDD505-2E9C-101B-9397-08002B2CF9AE}" pid="3" name="lcf76f155ced4ddcb4097134ff3c332f">
    <vt:lpwstr/>
  </property>
</Properties>
</file>