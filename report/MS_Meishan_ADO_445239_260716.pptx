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3" r:id="rId2"/>
    <p:sldId id="269" r:id="rId3"/>
    <p:sldId id="280" r:id="rId4"/>
    <p:sldId id="290" r:id="rId5"/>
    <p:sldId id="261" r:id="rId6"/>
  </p:sldIdLst>
  <p:sldSz cx="12192000" cy="6858000"/>
  <p:notesSz cx="6858000" cy="9144000"/>
  <p:embeddedFontLst>
    <p:embeddedFont>
      <p:font typeface="Malgun Gothic" panose="020B0503020000020004" pitchFamily="34" charset="-127"/>
      <p:regular r:id="rId9"/>
      <p:bold r:id="rId10"/>
    </p:embeddedFont>
    <p:embeddedFont>
      <p:font typeface="Microsoft YaHei UI Light" panose="020B0502040204020203" pitchFamily="34" charset="-122"/>
      <p:regular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BEA"/>
    <a:srgbClr val="0E3252"/>
    <a:srgbClr val="5AA8BA"/>
    <a:srgbClr val="E8F8F9"/>
    <a:srgbClr val="226597"/>
    <a:srgbClr val="FF6147"/>
    <a:srgbClr val="FF7058"/>
    <a:srgbClr val="FFCD3F"/>
    <a:srgbClr val="EEF8F8"/>
    <a:srgbClr val="B9E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46" autoAdjust="0"/>
    <p:restoredTop sz="96101" autoAdjust="0"/>
  </p:normalViewPr>
  <p:slideViewPr>
    <p:cSldViewPr snapToGrid="0" showGuides="1">
      <p:cViewPr varScale="1">
        <p:scale>
          <a:sx n="110" d="100"/>
          <a:sy n="110" d="100"/>
        </p:scale>
        <p:origin x="105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notesViewPr>
    <p:cSldViewPr snapToGrid="0" showGuides="1">
      <p:cViewPr varScale="1">
        <p:scale>
          <a:sx n="48" d="100"/>
          <a:sy n="48" d="100"/>
        </p:scale>
        <p:origin x="2696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99D16-CCE9-45A7-9B02-D3E020E56530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E9FA9-F97D-469D-B7DB-88BFEC41B1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176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E2728-BD62-4809-994D-596D0FC30947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4383E-3682-4FAF-81D2-F3C445501F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99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放大圖檔直線排列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4383E-3682-4FAF-81D2-F3C445501F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31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Title </a:t>
            </a:r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Place for Subtitle</a:t>
            </a:r>
            <a:endParaRPr lang="zh-TW" altLang="en-US" dirty="0"/>
          </a:p>
        </p:txBody>
      </p:sp>
      <p:grpSp>
        <p:nvGrpSpPr>
          <p:cNvPr id="2" name="群組 1"/>
          <p:cNvGrpSpPr/>
          <p:nvPr userDrawn="1"/>
        </p:nvGrpSpPr>
        <p:grpSpPr>
          <a:xfrm>
            <a:off x="3820240" y="5901065"/>
            <a:ext cx="4551521" cy="956935"/>
            <a:chOff x="3790796" y="5901065"/>
            <a:chExt cx="4551521" cy="956935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3790796" y="6553200"/>
              <a:ext cx="4551521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TW" sz="1400" dirty="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 dirty="0">
                <a:solidFill>
                  <a:srgbClr val="87C0CD"/>
                </a:solidFill>
              </a:endParaRPr>
            </a:p>
          </p:txBody>
        </p:sp>
        <p:pic>
          <p:nvPicPr>
            <p:cNvPr id="16" name="圖片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3479" y="5901065"/>
              <a:ext cx="866155" cy="866155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 userDrawn="1"/>
        </p:nvSpPr>
        <p:spPr>
          <a:xfrm>
            <a:off x="2265680" y="1943576"/>
            <a:ext cx="1183640" cy="306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88" y="1664662"/>
            <a:ext cx="1258624" cy="85532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1686355" y="4397391"/>
            <a:ext cx="8793684" cy="4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7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990773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32689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4615096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212648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338961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7471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49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30612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2584264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3930445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 userDrawn="1"/>
        </p:nvGrpSpPr>
        <p:grpSpPr>
          <a:xfrm>
            <a:off x="4806704" y="52715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144183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270496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06253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 hasCustomPrompt="1"/>
          </p:nvPr>
        </p:nvSpPr>
        <p:spPr>
          <a:xfrm>
            <a:off x="5469160" y="541513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87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624911" y="555410"/>
            <a:ext cx="697653" cy="697653"/>
          </a:xfrm>
          <a:prstGeom prst="rect">
            <a:avLst/>
          </a:prstGeom>
          <a:noFill/>
          <a:ln>
            <a:solidFill>
              <a:srgbClr val="C28E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969928" y="555409"/>
            <a:ext cx="352650" cy="697653"/>
          </a:xfrm>
          <a:prstGeom prst="rect">
            <a:avLst/>
          </a:prstGeom>
          <a:noFill/>
          <a:ln>
            <a:solidFill>
              <a:srgbClr val="033B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9" name="直線接點 18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 userDrawn="1"/>
        </p:nvGrpSpPr>
        <p:grpSpPr>
          <a:xfrm>
            <a:off x="4806705" y="1410488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1" name="矩形 20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 userDrawn="1"/>
        </p:nvGrpSpPr>
        <p:grpSpPr>
          <a:xfrm>
            <a:off x="4806705" y="2348266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4806704" y="3286044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7" name="矩形 26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9" name="群組 28"/>
          <p:cNvGrpSpPr/>
          <p:nvPr userDrawn="1"/>
        </p:nvGrpSpPr>
        <p:grpSpPr>
          <a:xfrm>
            <a:off x="4806704" y="42238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0" name="矩形 29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 userDrawn="1"/>
        </p:nvGrpSpPr>
        <p:grpSpPr>
          <a:xfrm>
            <a:off x="4806704" y="5161599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2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3366634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4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4279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5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8928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6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430530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524398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pic>
        <p:nvPicPr>
          <p:cNvPr id="36" name="圖片 3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37" name="群組 36"/>
          <p:cNvGrpSpPr/>
          <p:nvPr userDrawn="1"/>
        </p:nvGrpSpPr>
        <p:grpSpPr>
          <a:xfrm>
            <a:off x="12585492" y="-1264172"/>
            <a:ext cx="1707002" cy="800511"/>
            <a:chOff x="8600299" y="2456436"/>
            <a:chExt cx="2644376" cy="1168700"/>
          </a:xfrm>
        </p:grpSpPr>
        <p:sp>
          <p:nvSpPr>
            <p:cNvPr id="38" name="矩形 37"/>
            <p:cNvSpPr/>
            <p:nvPr userDrawn="1"/>
          </p:nvSpPr>
          <p:spPr>
            <a:xfrm>
              <a:off x="8600299" y="2456436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8867483" y="2456436"/>
              <a:ext cx="276324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9108979" y="2456436"/>
              <a:ext cx="276324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9376163" y="2456436"/>
              <a:ext cx="276324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9652766" y="2456436"/>
              <a:ext cx="276324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8" name="矩形 47"/>
            <p:cNvSpPr/>
            <p:nvPr userDrawn="1"/>
          </p:nvSpPr>
          <p:spPr>
            <a:xfrm>
              <a:off x="9915884" y="2456436"/>
              <a:ext cx="276324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9" name="矩形 48"/>
            <p:cNvSpPr/>
            <p:nvPr userDrawn="1"/>
          </p:nvSpPr>
          <p:spPr>
            <a:xfrm>
              <a:off x="10183068" y="2456436"/>
              <a:ext cx="276324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0" name="矩形 49"/>
            <p:cNvSpPr/>
            <p:nvPr userDrawn="1"/>
          </p:nvSpPr>
          <p:spPr>
            <a:xfrm>
              <a:off x="10424564" y="245643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1" name="矩形 50"/>
            <p:cNvSpPr/>
            <p:nvPr userDrawn="1"/>
          </p:nvSpPr>
          <p:spPr>
            <a:xfrm>
              <a:off x="10691748" y="245643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10968351" y="2456436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3" name="矩形 52"/>
            <p:cNvSpPr/>
            <p:nvPr userDrawn="1"/>
          </p:nvSpPr>
          <p:spPr>
            <a:xfrm>
              <a:off x="9915884" y="3040786"/>
              <a:ext cx="276324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4" name="矩形 53"/>
            <p:cNvSpPr/>
            <p:nvPr userDrawn="1"/>
          </p:nvSpPr>
          <p:spPr>
            <a:xfrm>
              <a:off x="10183068" y="3040786"/>
              <a:ext cx="276324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5" name="矩形 54"/>
            <p:cNvSpPr/>
            <p:nvPr userDrawn="1"/>
          </p:nvSpPr>
          <p:spPr>
            <a:xfrm>
              <a:off x="10424564" y="304078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矩形 55"/>
            <p:cNvSpPr/>
            <p:nvPr userDrawn="1"/>
          </p:nvSpPr>
          <p:spPr>
            <a:xfrm>
              <a:off x="10691748" y="304078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10968351" y="3040786"/>
              <a:ext cx="276324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8600299" y="3032247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8867483" y="3032247"/>
              <a:ext cx="276324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9108979" y="3032247"/>
              <a:ext cx="276324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9376163" y="3032247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2" name="矩形 61"/>
            <p:cNvSpPr/>
            <p:nvPr userDrawn="1"/>
          </p:nvSpPr>
          <p:spPr>
            <a:xfrm>
              <a:off x="9652766" y="3032247"/>
              <a:ext cx="276324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3" name="群組 62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4" name="群組 63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8" name="矩形 67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9" name="文字方塊 68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1" name="圖片 7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5" name="群組 64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6" name="矩形 65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73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86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4806705" y="130126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19" name="矩形 1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4806705" y="20876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4806704" y="2873970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806704" y="366032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806704" y="444668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9" name="矩形 3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806704" y="523303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44" name="矩形 4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6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95414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6704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8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37995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9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74123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50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52832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51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531541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pic>
        <p:nvPicPr>
          <p:cNvPr id="37" name="圖片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4" name="群組 53"/>
          <p:cNvGrpSpPr/>
          <p:nvPr userDrawn="1"/>
        </p:nvGrpSpPr>
        <p:grpSpPr>
          <a:xfrm>
            <a:off x="14334163" y="1336262"/>
            <a:ext cx="514773" cy="584775"/>
            <a:chOff x="5379241" y="1837428"/>
            <a:chExt cx="514773" cy="584775"/>
          </a:xfrm>
          <a:solidFill>
            <a:srgbClr val="02303C"/>
          </a:solidFill>
        </p:grpSpPr>
        <p:sp>
          <p:nvSpPr>
            <p:cNvPr id="55" name="矩形 54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57" name="群組 56"/>
          <p:cNvGrpSpPr/>
          <p:nvPr userDrawn="1"/>
        </p:nvGrpSpPr>
        <p:grpSpPr>
          <a:xfrm>
            <a:off x="14334163" y="2614404"/>
            <a:ext cx="514773" cy="584775"/>
            <a:chOff x="5379241" y="2909840"/>
            <a:chExt cx="514773" cy="584775"/>
          </a:xfrm>
          <a:solidFill>
            <a:srgbClr val="005E67"/>
          </a:solidFill>
        </p:grpSpPr>
        <p:sp>
          <p:nvSpPr>
            <p:cNvPr id="58" name="矩形 57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0" name="群組 5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1" name="群組 6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5" name="矩形 64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6" name="文字方塊 65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8" name="圖片 67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2" name="群組 6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3" name="矩形 62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4" name="矩形 63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9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6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線接點 59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群組 62"/>
          <p:cNvGrpSpPr/>
          <p:nvPr/>
        </p:nvGrpSpPr>
        <p:grpSpPr>
          <a:xfrm>
            <a:off x="4806705" y="1321137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64" name="矩形 6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806705" y="1972419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69" name="矩形 68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4806704" y="2623701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74" name="矩形 73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4806704" y="3274983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79" name="矩形 7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4806704" y="3926265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84" name="矩形 8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4806704" y="4577547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89" name="矩形 8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4806704" y="522883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94" name="矩形 9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7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98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76240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99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12783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100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6315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101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41203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102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0616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103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471128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sp>
        <p:nvSpPr>
          <p:cNvPr id="104" name="文字版面配置區 2"/>
          <p:cNvSpPr>
            <a:spLocks noGrp="1"/>
          </p:cNvSpPr>
          <p:nvPr>
            <p:ph type="body" sz="quarter" idx="19" hasCustomPrompt="1"/>
          </p:nvPr>
        </p:nvSpPr>
        <p:spPr>
          <a:xfrm>
            <a:off x="5469156" y="536091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7</a:t>
            </a:r>
            <a:endParaRPr lang="zh-TW" altLang="en-US" dirty="0"/>
          </a:p>
        </p:txBody>
      </p:sp>
      <p:pic>
        <p:nvPicPr>
          <p:cNvPr id="41" name="圖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0" name="群組 4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51" name="群組 5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56" name="矩形 55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7" name="文字方塊 56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8" name="矩形 57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1" name="圖片 6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52" name="群組 5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54" name="矩形 53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5" name="矩形 54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2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0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19573" y="426482"/>
              <a:ext cx="11152855" cy="6005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16" y="2358953"/>
            <a:ext cx="3109764" cy="2113306"/>
          </a:xfrm>
          <a:prstGeom prst="rect">
            <a:avLst/>
          </a:prstGeom>
        </p:spPr>
      </p:pic>
      <p:sp>
        <p:nvSpPr>
          <p:cNvPr id="7" name="文字版面配置區 12"/>
          <p:cNvSpPr>
            <a:spLocks noGrp="1"/>
          </p:cNvSpPr>
          <p:nvPr>
            <p:ph type="body" sz="quarter" idx="10" hasCustomPrompt="1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Chapter </a:t>
            </a:r>
            <a:r>
              <a:rPr lang="en-US" altLang="zh-TW" dirty="0" err="1"/>
              <a:t>Toptic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38895" y="6175173"/>
            <a:ext cx="12404202" cy="787346"/>
          </a:xfrm>
          <a:prstGeom prst="rect">
            <a:avLst/>
          </a:prstGeom>
        </p:spPr>
      </p:pic>
      <p:sp>
        <p:nvSpPr>
          <p:cNvPr id="10" name="文字版面配置區 9"/>
          <p:cNvSpPr>
            <a:spLocks noGrp="1"/>
          </p:cNvSpPr>
          <p:nvPr>
            <p:ph type="body" sz="quarter" idx="11" hasCustomPrompt="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27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1"/>
          <p:cNvSpPr>
            <a:spLocks noGrp="1"/>
          </p:cNvSpPr>
          <p:nvPr>
            <p:ph type="body" sz="quarter" idx="10" hasCustomPrompt="1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ELAN Haptic Pad Solution</a:t>
            </a:r>
            <a:endParaRPr lang="zh-TW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672790" y="2916821"/>
            <a:ext cx="1779503" cy="1186194"/>
            <a:chOff x="1906244" y="3165569"/>
            <a:chExt cx="1406335" cy="937445"/>
          </a:xfrm>
        </p:grpSpPr>
        <p:sp>
          <p:nvSpPr>
            <p:cNvPr id="7" name="图文框 1"/>
            <p:cNvSpPr>
              <a:spLocks noChangeAspect="1"/>
            </p:cNvSpPr>
            <p:nvPr userDrawn="1"/>
          </p:nvSpPr>
          <p:spPr>
            <a:xfrm rot="10800000" flipH="1" flipV="1">
              <a:off x="2468880" y="3165569"/>
              <a:ext cx="843699" cy="937445"/>
            </a:xfrm>
            <a:custGeom>
              <a:avLst/>
              <a:gdLst/>
              <a:ahLst/>
              <a:cxnLst/>
              <a:rect l="l" t="t" r="r" b="b"/>
              <a:pathLst>
                <a:path w="3600000" h="3960440">
                  <a:moveTo>
                    <a:pt x="0" y="0"/>
                  </a:moveTo>
                  <a:lnTo>
                    <a:pt x="3600000" y="0"/>
                  </a:lnTo>
                  <a:lnTo>
                    <a:pt x="3600000" y="3960440"/>
                  </a:lnTo>
                  <a:lnTo>
                    <a:pt x="0" y="3960440"/>
                  </a:lnTo>
                  <a:lnTo>
                    <a:pt x="0" y="2988332"/>
                  </a:lnTo>
                  <a:lnTo>
                    <a:pt x="91440" y="2988332"/>
                  </a:lnTo>
                  <a:lnTo>
                    <a:pt x="91440" y="3869000"/>
                  </a:lnTo>
                  <a:lnTo>
                    <a:pt x="3508560" y="3869000"/>
                  </a:lnTo>
                  <a:lnTo>
                    <a:pt x="3508560" y="91440"/>
                  </a:lnTo>
                  <a:lnTo>
                    <a:pt x="91440" y="91440"/>
                  </a:lnTo>
                  <a:lnTo>
                    <a:pt x="91440" y="972108"/>
                  </a:lnTo>
                  <a:lnTo>
                    <a:pt x="0" y="972108"/>
                  </a:lnTo>
                  <a:close/>
                </a:path>
              </a:pathLst>
            </a:custGeom>
            <a:solidFill>
              <a:srgbClr val="3E8494"/>
            </a:solidFill>
            <a:ln>
              <a:solidFill>
                <a:srgbClr val="3E849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598">
                <a:solidFill>
                  <a:srgbClr val="226597"/>
                </a:solidFill>
              </a:endParaRPr>
            </a:p>
          </p:txBody>
        </p:sp>
        <p:pic>
          <p:nvPicPr>
            <p:cNvPr id="8" name="圖片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6244" y="3251942"/>
              <a:ext cx="1125270" cy="764701"/>
            </a:xfrm>
            <a:prstGeom prst="rect">
              <a:avLst/>
            </a:prstGeom>
          </p:spPr>
        </p:pic>
      </p:grpSp>
      <p:sp>
        <p:nvSpPr>
          <p:cNvPr id="19" name="文字版面配置區 18"/>
          <p:cNvSpPr>
            <a:spLocks noGrp="1"/>
          </p:cNvSpPr>
          <p:nvPr>
            <p:ph type="body" sz="quarter" idx="11" hasCustomPrompt="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8" name="手繪多邊形 17"/>
          <p:cNvSpPr/>
          <p:nvPr userDrawn="1"/>
        </p:nvSpPr>
        <p:spPr>
          <a:xfrm>
            <a:off x="54577" y="0"/>
            <a:ext cx="1273417" cy="446395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 userDrawn="1"/>
        </p:nvSpPr>
        <p:spPr>
          <a:xfrm>
            <a:off x="94610" y="0"/>
            <a:ext cx="598512" cy="161507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20"/>
          <p:cNvGrpSpPr/>
          <p:nvPr userDrawn="1"/>
        </p:nvGrpSpPr>
        <p:grpSpPr>
          <a:xfrm flipH="1" flipV="1">
            <a:off x="10918583" y="6411605"/>
            <a:ext cx="1273417" cy="446395"/>
            <a:chOff x="11037333" y="5969638"/>
            <a:chExt cx="1273417" cy="446395"/>
          </a:xfrm>
        </p:grpSpPr>
        <p:sp>
          <p:nvSpPr>
            <p:cNvPr id="22" name="手繪多邊形 21"/>
            <p:cNvSpPr/>
            <p:nvPr userDrawn="1"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 22"/>
            <p:cNvSpPr/>
            <p:nvPr userDrawn="1"/>
          </p:nvSpPr>
          <p:spPr>
            <a:xfrm>
              <a:off x="11077366" y="5969638"/>
              <a:ext cx="598512" cy="16150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87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0" name="矩形 9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文字版面配置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852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TW" dirty="0"/>
              <a:t>that even needs a subtitle</a:t>
            </a:r>
            <a:endParaRPr lang="zh-TW" altLang="en-US" dirty="0"/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 hasCustomPrompt="1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which is </a:t>
            </a:r>
            <a:r>
              <a:rPr lang="en-US" altLang="zh-TW" dirty="0" err="1"/>
              <a:t>soooooooo</a:t>
            </a:r>
            <a:r>
              <a:rPr lang="en-US" altLang="zh-TW" dirty="0"/>
              <a:t> long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10" name="群組 9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3" name="矩形 12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41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845095" y="3845242"/>
            <a:ext cx="344932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1400" dirty="0">
                <a:solidFill>
                  <a:srgbClr val="5AA8BA"/>
                </a:solidFill>
              </a:rPr>
              <a:t>ELAN Microelectronics Corporation</a:t>
            </a:r>
            <a:endParaRPr lang="zh-TW" altLang="en-US" sz="1400" dirty="0">
              <a:solidFill>
                <a:srgbClr val="5AA8BA"/>
              </a:solidFill>
            </a:endParaRPr>
          </a:p>
        </p:txBody>
      </p:sp>
      <p:sp>
        <p:nvSpPr>
          <p:cNvPr id="12" name="文字方塊 11"/>
          <p:cNvSpPr txBox="1"/>
          <p:nvPr userDrawn="1"/>
        </p:nvSpPr>
        <p:spPr>
          <a:xfrm>
            <a:off x="4806567" y="2373688"/>
            <a:ext cx="348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4000" b="1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Thank You</a:t>
            </a:r>
            <a:endParaRPr lang="zh-TW" altLang="en-US" sz="4000" b="1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30" y="2360532"/>
            <a:ext cx="3109764" cy="2113306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7" b="68613"/>
          <a:stretch/>
        </p:blipFill>
        <p:spPr>
          <a:xfrm>
            <a:off x="6228961" y="3216237"/>
            <a:ext cx="681588" cy="4943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24481" y="5821381"/>
            <a:ext cx="12404202" cy="112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6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1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2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8" r:id="rId2"/>
    <p:sldLayoutId id="2147483676" r:id="rId3"/>
    <p:sldLayoutId id="2147483677" r:id="rId4"/>
    <p:sldLayoutId id="2147483678" r:id="rId5"/>
    <p:sldLayoutId id="2147483679" r:id="rId6"/>
    <p:sldLayoutId id="2147483697" r:id="rId7"/>
    <p:sldLayoutId id="2147483696" r:id="rId8"/>
    <p:sldLayoutId id="2147483682" r:id="rId9"/>
    <p:sldLayoutId id="2147483683" r:id="rId10"/>
    <p:sldLayoutId id="2147483686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1768281" y="2484812"/>
            <a:ext cx="8674099" cy="590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[MS</a:t>
            </a:r>
            <a:r>
              <a:rPr lang="zh-TW" altLang="en-US" sz="2800" dirty="0"/>
              <a:t> </a:t>
            </a:r>
            <a:r>
              <a:rPr lang="en-US" altLang="zh-TW" sz="2800" dirty="0"/>
              <a:t>Meishan] ADO issue Analysis</a:t>
            </a:r>
          </a:p>
          <a:p>
            <a:pPr>
              <a:lnSpc>
                <a:spcPct val="150000"/>
              </a:lnSpc>
            </a:pPr>
            <a:r>
              <a:rPr lang="en-US" altLang="zh-TW" sz="2800"/>
              <a:t>445239</a:t>
            </a:r>
            <a:endParaRPr lang="en-US" altLang="zh-TW" sz="28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5465250" y="3849624"/>
            <a:ext cx="144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2026/07/16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176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47693-C6A7-09EE-8890-10EAD7A0EDA2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9mm WOT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F15DA3-2B6C-0B26-8F78-6B1A21B4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47" y="1248178"/>
            <a:ext cx="7535327" cy="338184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D5DDBFF-C082-FA73-AA17-ADE62B6991CC}"/>
              </a:ext>
            </a:extLst>
          </p:cNvPr>
          <p:cNvSpPr/>
          <p:nvPr/>
        </p:nvSpPr>
        <p:spPr>
          <a:xfrm>
            <a:off x="917547" y="3274424"/>
            <a:ext cx="7535327" cy="3309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44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B9AC94A-2300-C2BF-7A61-BC135B5AC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6A28B-574C-5CFB-285E-2488754A5EB8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Method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BF3227B-6CD3-D6C8-7E48-B2EC2058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9" y="1869565"/>
            <a:ext cx="4229690" cy="398200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96AB945-5C46-58C9-CE27-0D3634787067}"/>
              </a:ext>
            </a:extLst>
          </p:cNvPr>
          <p:cNvSpPr txBox="1"/>
          <p:nvPr/>
        </p:nvSpPr>
        <p:spPr>
          <a:xfrm>
            <a:off x="815519" y="1248178"/>
            <a:ext cx="6589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zh-TW" altLang="zh-TW" sz="1400" dirty="0">
                <a:latin typeface="Segoe UI" panose="020B0502040204020203" pitchFamily="34" charset="0"/>
              </a:rPr>
              <a:t>The device enters suspend mode for 90 seconds, then a 2-second tap is applied. The test passes if the device remains asleep and fails if it wakes up.</a:t>
            </a:r>
          </a:p>
          <a:p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5744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A9C741-F58B-4900-3433-0E985FDA0385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Robot log</a:t>
            </a:r>
          </a:p>
        </p:txBody>
      </p:sp>
      <p:sp>
        <p:nvSpPr>
          <p:cNvPr id="23" name="文字版面配置區 1">
            <a:extLst>
              <a:ext uri="{FF2B5EF4-FFF2-40B4-BE49-F238E27FC236}">
                <a16:creationId xmlns:a16="http://schemas.microsoft.com/office/drawing/2014/main" id="{97005C2B-44ED-8434-5E2F-A1A1B1109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</p:spPr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BCF852F-474C-FE3D-9BA9-5031B4304FAE}"/>
              </a:ext>
            </a:extLst>
          </p:cNvPr>
          <p:cNvSpPr txBox="1"/>
          <p:nvPr/>
        </p:nvSpPr>
        <p:spPr>
          <a:xfrm>
            <a:off x="1089497" y="1307388"/>
            <a:ext cx="6989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/>
            </a:lvl1pPr>
          </a:lstStyle>
          <a:p>
            <a:r>
              <a:rPr lang="en-US" altLang="zh-TW" dirty="0"/>
              <a:t>no Z-axis movement was observed in the Robot Movement Log.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890890-63E1-0E9D-9267-0E69F41E7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37856"/>
              </p:ext>
            </p:extLst>
          </p:nvPr>
        </p:nvGraphicFramePr>
        <p:xfrm>
          <a:off x="1089497" y="1735930"/>
          <a:ext cx="7432983" cy="4351335"/>
        </p:xfrm>
        <a:graphic>
          <a:graphicData uri="http://schemas.openxmlformats.org/drawingml/2006/table">
            <a:tbl>
              <a:tblPr/>
              <a:tblGrid>
                <a:gridCol w="1177935">
                  <a:extLst>
                    <a:ext uri="{9D8B030D-6E8A-4147-A177-3AD203B41FA5}">
                      <a16:colId xmlns:a16="http://schemas.microsoft.com/office/drawing/2014/main" val="40388887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28026524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041891986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798189242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Point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X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Y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Z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002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Home(Start)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0.0631405338644981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0.0947645753622055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915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15.9999942779541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15.999924659729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8784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15.9999370574951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554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15.9999389648438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6289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15.9999618530273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757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15.9999933242798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84.403076171875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08431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84.4030380249023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82701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189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1221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152.806121826172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035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152.806045532227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86804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152.806106567383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516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152.806060791016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3998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Home(End)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0.936868369579315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0.90520316362381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2889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1D0B5C-7ECA-5405-B09F-BBD0406AE880}"/>
              </a:ext>
            </a:extLst>
          </p:cNvPr>
          <p:cNvSpPr/>
          <p:nvPr/>
        </p:nvSpPr>
        <p:spPr>
          <a:xfrm>
            <a:off x="6456199" y="1735930"/>
            <a:ext cx="2066282" cy="43513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28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3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LAN">
      <a:dk1>
        <a:srgbClr val="174567"/>
      </a:dk1>
      <a:lt1>
        <a:sysClr val="window" lastClr="FFFFFF"/>
      </a:lt1>
      <a:dk2>
        <a:srgbClr val="226597"/>
      </a:dk2>
      <a:lt2>
        <a:srgbClr val="5AA8BA"/>
      </a:lt2>
      <a:accent1>
        <a:srgbClr val="226597"/>
      </a:accent1>
      <a:accent2>
        <a:srgbClr val="BCDDEA"/>
      </a:accent2>
      <a:accent3>
        <a:srgbClr val="87C0CD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14740</TotalTime>
  <Words>244</Words>
  <Application>Microsoft Office PowerPoint</Application>
  <PresentationFormat>寬螢幕</PresentationFormat>
  <Paragraphs>73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Segoe UI</vt:lpstr>
      <vt:lpstr>Arial</vt:lpstr>
      <vt:lpstr>Malgun Gothic</vt:lpstr>
      <vt:lpstr>Microsoft YaHei UI Light</vt:lpstr>
      <vt:lpstr>Wingdings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沈明荃</dc:creator>
  <cp:lastModifiedBy>Jimmy Lo 羅淇民</cp:lastModifiedBy>
  <cp:revision>347</cp:revision>
  <dcterms:created xsi:type="dcterms:W3CDTF">2019-03-15T09:45:19Z</dcterms:created>
  <dcterms:modified xsi:type="dcterms:W3CDTF">2026-07-16T08:26:20Z</dcterms:modified>
</cp:coreProperties>
</file>